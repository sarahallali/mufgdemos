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457" r:id="rId3"/>
    <p:sldId id="659" r:id="rId4"/>
    <p:sldId id="862" r:id="rId5"/>
    <p:sldId id="1066" r:id="rId6"/>
    <p:sldId id="1271" r:id="rId7"/>
    <p:sldId id="1477" r:id="rId8"/>
    <p:sldId id="1684" r:id="rId9"/>
    <p:sldId id="1892" r:id="rId10"/>
    <p:sldId id="210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427172-15C9-4FB5-9428-8C4D1795BF8A}" v="3" dt="2026-10-03T13:40:55.645"/>
    <p1510:client id="{217E99D3-E6ED-4029-ADFB-2F666662E247}" v="2" dt="2026-10-03T14:51:01.654"/>
    <p1510:client id="{9962FFA2-8EA5-4C4D-B850-B7266B0DE03E}" v="4" dt="2026-10-03T14:01:28.398"/>
    <p1510:client id="{B28FE745-8901-44A0-A95E-240806B112D7}" v="2" dt="2026-10-03T13:24:02.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3427172-15C9-4FB5-9428-8C4D1795BF8A}"/>
    <pc:docChg chg="addSld modSld">
      <pc:chgData name="" userId="" providerId="" clId="Web-{13427172-15C9-4FB5-9428-8C4D1795BF8A}" dt="2026-10-03T13:40:55.645" v="8" actId="34807"/>
      <pc:docMkLst>
        <pc:docMk/>
      </pc:docMkLst>
      <pc:sldChg chg="addSp delSp modSp mod setBg modNotesTx">
        <pc:chgData name="" userId="" providerId="" clId="Web-{13427172-15C9-4FB5-9428-8C4D1795BF8A}" dt="2026-10-03T13:40:28.410" v="3" actId="34807"/>
        <pc:sldMkLst>
          <pc:docMk/>
          <pc:sldMk cId="0" sldId="256"/>
        </pc:sldMkLst>
        <pc:spChg chg="del">
          <ac:chgData name="" userId="" providerId="" clId="Web-{13427172-15C9-4FB5-9428-8C4D1795BF8A}" dt="2026-10-03T13:40:28.410" v="3" actId="34807"/>
          <ac:spMkLst>
            <pc:docMk/>
            <pc:sldMk cId="0" sldId="256"/>
            <ac:spMk id="2" creationId="{2A4C076C-A782-6803-D7F9-F1B2D5A77830}"/>
          </ac:spMkLst>
        </pc:spChg>
        <pc:spChg chg="add mod">
          <ac:chgData name="" userId="" providerId="" clId="Web-{13427172-15C9-4FB5-9428-8C4D1795BF8A}" dt="2026-10-03T13:40:28.035" v="2" actId="34807"/>
          <ac:spMkLst>
            <pc:docMk/>
            <pc:sldMk cId="0" sldId="256"/>
            <ac:spMk id="3" creationId="{67B1AF9C-9396-BA8D-7A39-61BA220BD0E7}"/>
          </ac:spMkLst>
        </pc:spChg>
        <pc:spChg chg="add mod">
          <ac:chgData name="" userId="" providerId="" clId="Web-{13427172-15C9-4FB5-9428-8C4D1795BF8A}" dt="2026-10-03T13:40:28.035" v="2" actId="34807"/>
          <ac:spMkLst>
            <pc:docMk/>
            <pc:sldMk cId="0" sldId="256"/>
            <ac:spMk id="5" creationId="{646E516B-3D1D-B0C1-2E2B-F1510F32A537}"/>
          </ac:spMkLst>
        </pc:spChg>
        <pc:spChg chg="add mod">
          <ac:chgData name="" userId="" providerId="" clId="Web-{13427172-15C9-4FB5-9428-8C4D1795BF8A}" dt="2026-10-03T13:40:28.035" v="2" actId="34807"/>
          <ac:spMkLst>
            <pc:docMk/>
            <pc:sldMk cId="0" sldId="256"/>
            <ac:spMk id="23" creationId="{170FCEDA-2263-D68A-5165-F9F79F09345A}"/>
          </ac:spMkLst>
        </pc:spChg>
        <pc:spChg chg="add mod">
          <ac:chgData name="" userId="" providerId="" clId="Web-{13427172-15C9-4FB5-9428-8C4D1795BF8A}" dt="2026-10-03T13:40:28.035" v="2" actId="34807"/>
          <ac:spMkLst>
            <pc:docMk/>
            <pc:sldMk cId="0" sldId="256"/>
            <ac:spMk id="30" creationId="{CF072BC9-5D5C-72DD-D575-0C42E7891512}"/>
          </ac:spMkLst>
        </pc:spChg>
        <pc:spChg chg="add mod">
          <ac:chgData name="" userId="" providerId="" clId="Web-{13427172-15C9-4FB5-9428-8C4D1795BF8A}" dt="2026-10-03T13:40:28.035" v="2" actId="34807"/>
          <ac:spMkLst>
            <pc:docMk/>
            <pc:sldMk cId="0" sldId="256"/>
            <ac:spMk id="80" creationId="{30207952-7C36-C9AC-2179-31980C3B0377}"/>
          </ac:spMkLst>
        </pc:spChg>
        <pc:spChg chg="add mod">
          <ac:chgData name="" userId="" providerId="" clId="Web-{13427172-15C9-4FB5-9428-8C4D1795BF8A}" dt="2026-10-03T13:40:28.035" v="2" actId="34807"/>
          <ac:spMkLst>
            <pc:docMk/>
            <pc:sldMk cId="0" sldId="256"/>
            <ac:spMk id="93" creationId="{2B214611-55A1-5FF1-2791-214880840ADE}"/>
          </ac:spMkLst>
        </pc:spChg>
        <pc:spChg chg="add mod">
          <ac:chgData name="" userId="" providerId="" clId="Web-{13427172-15C9-4FB5-9428-8C4D1795BF8A}" dt="2026-10-03T13:40:28.035" v="2" actId="34807"/>
          <ac:spMkLst>
            <pc:docMk/>
            <pc:sldMk cId="0" sldId="256"/>
            <ac:spMk id="107" creationId="{8A3252F1-E5E2-C50E-5C37-E287C01DD30B}"/>
          </ac:spMkLst>
        </pc:spChg>
        <pc:spChg chg="add mod">
          <ac:chgData name="" userId="" providerId="" clId="Web-{13427172-15C9-4FB5-9428-8C4D1795BF8A}" dt="2026-10-03T13:40:28.035" v="2" actId="34807"/>
          <ac:spMkLst>
            <pc:docMk/>
            <pc:sldMk cId="0" sldId="256"/>
            <ac:spMk id="122" creationId="{84B73958-019B-2F85-173A-B36A9F27857B}"/>
          </ac:spMkLst>
        </pc:spChg>
        <pc:spChg chg="add mod">
          <ac:chgData name="" userId="" providerId="" clId="Web-{13427172-15C9-4FB5-9428-8C4D1795BF8A}" dt="2026-10-03T13:40:28.035" v="2" actId="34807"/>
          <ac:spMkLst>
            <pc:docMk/>
            <pc:sldMk cId="0" sldId="256"/>
            <ac:spMk id="138" creationId="{1C1D3C9D-CC58-D4BC-8E61-12225B8A6812}"/>
          </ac:spMkLst>
        </pc:spChg>
        <pc:spChg chg="add mod">
          <ac:chgData name="" userId="" providerId="" clId="Web-{13427172-15C9-4FB5-9428-8C4D1795BF8A}" dt="2026-10-03T13:40:28.035" v="2" actId="34807"/>
          <ac:spMkLst>
            <pc:docMk/>
            <pc:sldMk cId="0" sldId="256"/>
            <ac:spMk id="155" creationId="{C8E1C517-D0CD-859C-047B-06CD22FEFA05}"/>
          </ac:spMkLst>
        </pc:spChg>
      </pc:sldChg>
      <pc:sldChg chg="addSp modSp add mod setBg modNotesTx">
        <pc:chgData name="" userId="" providerId="" clId="Web-{13427172-15C9-4FB5-9428-8C4D1795BF8A}" dt="2026-10-03T13:40:42.488" v="5" actId="34807"/>
        <pc:sldMkLst>
          <pc:docMk/>
          <pc:sldMk cId="2777126959" sldId="457"/>
        </pc:sldMkLst>
        <pc:spChg chg="add mod">
          <ac:chgData name="" userId="" providerId="" clId="Web-{13427172-15C9-4FB5-9428-8C4D1795BF8A}" dt="2026-10-03T13:40:41.394" v="4" actId="34807"/>
          <ac:spMkLst>
            <pc:docMk/>
            <pc:sldMk cId="2777126959" sldId="457"/>
            <ac:spMk id="165" creationId="{A06E6C73-D221-78FA-5688-A931F9749214}"/>
          </ac:spMkLst>
        </pc:spChg>
        <pc:spChg chg="add mod">
          <ac:chgData name="" userId="" providerId="" clId="Web-{13427172-15C9-4FB5-9428-8C4D1795BF8A}" dt="2026-10-03T13:40:41.394" v="4" actId="34807"/>
          <ac:spMkLst>
            <pc:docMk/>
            <pc:sldMk cId="2777126959" sldId="457"/>
            <ac:spMk id="170" creationId="{F24EB944-754B-1EA9-445B-A5C4ADACAFE8}"/>
          </ac:spMkLst>
        </pc:spChg>
        <pc:spChg chg="add mod">
          <ac:chgData name="" userId="" providerId="" clId="Web-{13427172-15C9-4FB5-9428-8C4D1795BF8A}" dt="2026-10-03T13:40:41.394" v="4" actId="34807"/>
          <ac:spMkLst>
            <pc:docMk/>
            <pc:sldMk cId="2777126959" sldId="457"/>
            <ac:spMk id="176" creationId="{4145B3EA-46AE-F240-FCEB-1AE97C14C587}"/>
          </ac:spMkLst>
        </pc:spChg>
        <pc:spChg chg="add mod">
          <ac:chgData name="" userId="" providerId="" clId="Web-{13427172-15C9-4FB5-9428-8C4D1795BF8A}" dt="2026-10-03T13:40:41.394" v="4" actId="34807"/>
          <ac:spMkLst>
            <pc:docMk/>
            <pc:sldMk cId="2777126959" sldId="457"/>
            <ac:spMk id="200" creationId="{0D33FF84-99F9-765B-E04E-E7ED48D29EE5}"/>
          </ac:spMkLst>
        </pc:spChg>
        <pc:spChg chg="add mod">
          <ac:chgData name="" userId="" providerId="" clId="Web-{13427172-15C9-4FB5-9428-8C4D1795BF8A}" dt="2026-10-03T13:40:41.394" v="4" actId="34807"/>
          <ac:spMkLst>
            <pc:docMk/>
            <pc:sldMk cId="2777126959" sldId="457"/>
            <ac:spMk id="210" creationId="{4DAC74C6-7786-9D52-F44B-951A8C87841F}"/>
          </ac:spMkLst>
        </pc:spChg>
        <pc:spChg chg="add mod">
          <ac:chgData name="" userId="" providerId="" clId="Web-{13427172-15C9-4FB5-9428-8C4D1795BF8A}" dt="2026-10-03T13:40:41.394" v="4" actId="34807"/>
          <ac:spMkLst>
            <pc:docMk/>
            <pc:sldMk cId="2777126959" sldId="457"/>
            <ac:spMk id="221" creationId="{8F79B90A-D23F-25E7-EC4D-99A796E43765}"/>
          </ac:spMkLst>
        </pc:spChg>
        <pc:spChg chg="add mod">
          <ac:chgData name="" userId="" providerId="" clId="Web-{13427172-15C9-4FB5-9428-8C4D1795BF8A}" dt="2026-10-03T13:40:41.394" v="4" actId="34807"/>
          <ac:spMkLst>
            <pc:docMk/>
            <pc:sldMk cId="2777126959" sldId="457"/>
            <ac:spMk id="233" creationId="{E43FFC46-A548-B543-EB86-708309ADDA27}"/>
          </ac:spMkLst>
        </pc:spChg>
        <pc:spChg chg="add mod">
          <ac:chgData name="" userId="" providerId="" clId="Web-{13427172-15C9-4FB5-9428-8C4D1795BF8A}" dt="2026-10-03T13:40:41.394" v="4" actId="34807"/>
          <ac:spMkLst>
            <pc:docMk/>
            <pc:sldMk cId="2777126959" sldId="457"/>
            <ac:spMk id="246" creationId="{78B2CCE2-C979-92B1-C464-6AC3F11290FB}"/>
          </ac:spMkLst>
        </pc:spChg>
        <pc:spChg chg="add mod">
          <ac:chgData name="" userId="" providerId="" clId="Web-{13427172-15C9-4FB5-9428-8C4D1795BF8A}" dt="2026-10-03T13:40:41.394" v="4" actId="34807"/>
          <ac:spMkLst>
            <pc:docMk/>
            <pc:sldMk cId="2777126959" sldId="457"/>
            <ac:spMk id="260" creationId="{5B06A04E-C696-64AD-1F53-77FDC2424C35}"/>
          </ac:spMkLst>
        </pc:spChg>
        <pc:spChg chg="add mod">
          <ac:chgData name="" userId="" providerId="" clId="Web-{13427172-15C9-4FB5-9428-8C4D1795BF8A}" dt="2026-10-03T13:40:41.394" v="4" actId="34807"/>
          <ac:spMkLst>
            <pc:docMk/>
            <pc:sldMk cId="2777126959" sldId="457"/>
            <ac:spMk id="291" creationId="{CD8F0846-FD68-6055-E1FF-29BC2B13639A}"/>
          </ac:spMkLst>
        </pc:spChg>
      </pc:sldChg>
      <pc:sldChg chg="addSp modSp add mod setBg modNotesTx">
        <pc:chgData name="" userId="" providerId="" clId="Web-{13427172-15C9-4FB5-9428-8C4D1795BF8A}" dt="2026-10-03T13:40:42.488" v="5" actId="34807"/>
        <pc:sldMkLst>
          <pc:docMk/>
          <pc:sldMk cId="1371287638" sldId="659"/>
        </pc:sldMkLst>
        <pc:spChg chg="add mod">
          <ac:chgData name="" userId="" providerId="" clId="Web-{13427172-15C9-4FB5-9428-8C4D1795BF8A}" dt="2026-10-03T13:40:41.394" v="4" actId="34807"/>
          <ac:spMkLst>
            <pc:docMk/>
            <pc:sldMk cId="1371287638" sldId="659"/>
            <ac:spMk id="480" creationId="{E64B49FF-6166-51DA-5F5F-E077A1A58E51}"/>
          </ac:spMkLst>
        </pc:spChg>
        <pc:spChg chg="add mod">
          <ac:chgData name="" userId="" providerId="" clId="Web-{13427172-15C9-4FB5-9428-8C4D1795BF8A}" dt="2026-10-03T13:40:41.394" v="4" actId="34807"/>
          <ac:spMkLst>
            <pc:docMk/>
            <pc:sldMk cId="1371287638" sldId="659"/>
            <ac:spMk id="750" creationId="{D4D52041-A9B7-E14F-F642-CE5BB46AE25F}"/>
          </ac:spMkLst>
        </pc:spChg>
        <pc:spChg chg="add mod">
          <ac:chgData name="" userId="" providerId="" clId="Web-{13427172-15C9-4FB5-9428-8C4D1795BF8A}" dt="2026-10-03T13:40:41.394" v="4" actId="34807"/>
          <ac:spMkLst>
            <pc:docMk/>
            <pc:sldMk cId="1371287638" sldId="659"/>
            <ac:spMk id="821" creationId="{55900C65-EE4D-F0AC-3667-B280C78AF2DA}"/>
          </ac:spMkLst>
        </pc:spChg>
        <pc:spChg chg="add mod">
          <ac:chgData name="" userId="" providerId="" clId="Web-{13427172-15C9-4FB5-9428-8C4D1795BF8A}" dt="2026-10-03T13:40:41.394" v="4" actId="34807"/>
          <ac:spMkLst>
            <pc:docMk/>
            <pc:sldMk cId="1371287638" sldId="659"/>
            <ac:spMk id="1058" creationId="{3263E0CC-0961-A419-7290-A714E69F088B}"/>
          </ac:spMkLst>
        </pc:spChg>
        <pc:spChg chg="add mod">
          <ac:chgData name="" userId="" providerId="" clId="Web-{13427172-15C9-4FB5-9428-8C4D1795BF8A}" dt="2026-10-03T13:40:41.394" v="4" actId="34807"/>
          <ac:spMkLst>
            <pc:docMk/>
            <pc:sldMk cId="1371287638" sldId="659"/>
            <ac:spMk id="1430" creationId="{5CF42E25-2485-1746-B54E-0C7749AC7C9B}"/>
          </ac:spMkLst>
        </pc:spChg>
        <pc:spChg chg="add mod">
          <ac:chgData name="" userId="" providerId="" clId="Web-{13427172-15C9-4FB5-9428-8C4D1795BF8A}" dt="2026-10-03T13:40:41.394" v="4" actId="34807"/>
          <ac:spMkLst>
            <pc:docMk/>
            <pc:sldMk cId="1371287638" sldId="659"/>
            <ac:spMk id="1481" creationId="{8D1A4FEB-6E9A-C69B-E706-28DF391E3945}"/>
          </ac:spMkLst>
        </pc:spChg>
        <pc:spChg chg="add mod">
          <ac:chgData name="" userId="" providerId="" clId="Web-{13427172-15C9-4FB5-9428-8C4D1795BF8A}" dt="2026-10-03T13:40:41.394" v="4" actId="34807"/>
          <ac:spMkLst>
            <pc:docMk/>
            <pc:sldMk cId="1371287638" sldId="659"/>
            <ac:spMk id="1586" creationId="{FD183740-A006-12B6-62D0-CB7291347367}"/>
          </ac:spMkLst>
        </pc:spChg>
        <pc:spChg chg="add mod">
          <ac:chgData name="" userId="" providerId="" clId="Web-{13427172-15C9-4FB5-9428-8C4D1795BF8A}" dt="2026-10-03T13:40:41.394" v="4" actId="34807"/>
          <ac:spMkLst>
            <pc:docMk/>
            <pc:sldMk cId="1371287638" sldId="659"/>
            <ac:spMk id="1640" creationId="{E469DABD-EC4B-B2B3-A10E-929830C27E67}"/>
          </ac:spMkLst>
        </pc:spChg>
        <pc:spChg chg="add mod">
          <ac:chgData name="" userId="" providerId="" clId="Web-{13427172-15C9-4FB5-9428-8C4D1795BF8A}" dt="2026-10-03T13:40:41.394" v="4" actId="34807"/>
          <ac:spMkLst>
            <pc:docMk/>
            <pc:sldMk cId="1371287638" sldId="659"/>
            <ac:spMk id="1695" creationId="{9E618947-6236-0216-410C-6561B212E040}"/>
          </ac:spMkLst>
        </pc:spChg>
        <pc:spChg chg="add mod">
          <ac:chgData name="" userId="" providerId="" clId="Web-{13427172-15C9-4FB5-9428-8C4D1795BF8A}" dt="2026-10-03T13:40:41.394" v="4" actId="34807"/>
          <ac:spMkLst>
            <pc:docMk/>
            <pc:sldMk cId="1371287638" sldId="659"/>
            <ac:spMk id="1808" creationId="{A97FD8F0-AEAD-05C1-C294-8C2FFFB40886}"/>
          </ac:spMkLst>
        </pc:spChg>
      </pc:sldChg>
      <pc:sldChg chg="addSp modSp add mod setBg modNotesTx">
        <pc:chgData name="" userId="" providerId="" clId="Web-{13427172-15C9-4FB5-9428-8C4D1795BF8A}" dt="2026-10-03T13:40:42.488" v="5" actId="34807"/>
        <pc:sldMkLst>
          <pc:docMk/>
          <pc:sldMk cId="1956609905" sldId="862"/>
        </pc:sldMkLst>
        <pc:spChg chg="add mod">
          <ac:chgData name="" userId="" providerId="" clId="Web-{13427172-15C9-4FB5-9428-8C4D1795BF8A}" dt="2026-10-03T13:40:41.394" v="4" actId="34807"/>
          <ac:spMkLst>
            <pc:docMk/>
            <pc:sldMk cId="1956609905" sldId="862"/>
            <ac:spMk id="2235" creationId="{2EC90EEB-C870-892A-8DDB-793045CA35FB}"/>
          </ac:spMkLst>
        </pc:spChg>
        <pc:spChg chg="add mod">
          <ac:chgData name="" userId="" providerId="" clId="Web-{13427172-15C9-4FB5-9428-8C4D1795BF8A}" dt="2026-10-03T13:40:41.394" v="4" actId="34807"/>
          <ac:spMkLst>
            <pc:docMk/>
            <pc:sldMk cId="1956609905" sldId="862"/>
            <ac:spMk id="2366" creationId="{49798B50-64B0-9DFD-7A0F-0BAAE7B31BC4}"/>
          </ac:spMkLst>
        </pc:spChg>
        <pc:spChg chg="add mod">
          <ac:chgData name="" userId="" providerId="" clId="Web-{13427172-15C9-4FB5-9428-8C4D1795BF8A}" dt="2026-10-03T13:40:41.394" v="4" actId="34807"/>
          <ac:spMkLst>
            <pc:docMk/>
            <pc:sldMk cId="1956609905" sldId="862"/>
            <ac:spMk id="2433" creationId="{5AB61551-F565-6772-CAE8-7B29FF5C648A}"/>
          </ac:spMkLst>
        </pc:spChg>
        <pc:spChg chg="add mod">
          <ac:chgData name="" userId="" providerId="" clId="Web-{13427172-15C9-4FB5-9428-8C4D1795BF8A}" dt="2026-10-03T13:40:41.394" v="4" actId="34807"/>
          <ac:spMkLst>
            <pc:docMk/>
            <pc:sldMk cId="1956609905" sldId="862"/>
            <ac:spMk id="2501" creationId="{FCAFE500-A67C-0C8C-4F35-5F3A9679F4AF}"/>
          </ac:spMkLst>
        </pc:spChg>
        <pc:spChg chg="add mod">
          <ac:chgData name="" userId="" providerId="" clId="Web-{13427172-15C9-4FB5-9428-8C4D1795BF8A}" dt="2026-10-03T13:40:41.394" v="4" actId="34807"/>
          <ac:spMkLst>
            <pc:docMk/>
            <pc:sldMk cId="1956609905" sldId="862"/>
            <ac:spMk id="2783" creationId="{AC991774-F375-A885-4EC5-230FB302701A}"/>
          </ac:spMkLst>
        </pc:spChg>
        <pc:spChg chg="add mod">
          <ac:chgData name="" userId="" providerId="" clId="Web-{13427172-15C9-4FB5-9428-8C4D1795BF8A}" dt="2026-10-03T13:40:41.394" v="4" actId="34807"/>
          <ac:spMkLst>
            <pc:docMk/>
            <pc:sldMk cId="1956609905" sldId="862"/>
            <ac:spMk id="2930" creationId="{91685E09-D361-EB2C-95FD-07702FE1A69E}"/>
          </ac:spMkLst>
        </pc:spChg>
        <pc:spChg chg="add mod">
          <ac:chgData name="" userId="" providerId="" clId="Web-{13427172-15C9-4FB5-9428-8C4D1795BF8A}" dt="2026-10-03T13:40:41.394" v="4" actId="34807"/>
          <ac:spMkLst>
            <pc:docMk/>
            <pc:sldMk cId="1956609905" sldId="862"/>
            <ac:spMk id="3005" creationId="{D6FFC1A9-6D77-35E2-0516-7EC998303CF4}"/>
          </ac:spMkLst>
        </pc:spChg>
        <pc:spChg chg="add mod">
          <ac:chgData name="" userId="" providerId="" clId="Web-{13427172-15C9-4FB5-9428-8C4D1795BF8A}" dt="2026-10-03T13:40:41.394" v="4" actId="34807"/>
          <ac:spMkLst>
            <pc:docMk/>
            <pc:sldMk cId="1956609905" sldId="862"/>
            <ac:spMk id="3558" creationId="{DF6901AB-8D1C-10D9-20CB-9BFEDFE139E8}"/>
          </ac:spMkLst>
        </pc:spChg>
        <pc:spChg chg="add mod">
          <ac:chgData name="" userId="" providerId="" clId="Web-{13427172-15C9-4FB5-9428-8C4D1795BF8A}" dt="2026-10-03T13:40:41.394" v="4" actId="34807"/>
          <ac:spMkLst>
            <pc:docMk/>
            <pc:sldMk cId="1956609905" sldId="862"/>
            <ac:spMk id="3725" creationId="{82905CAB-D5F1-F199-ACD7-1C54467496AD}"/>
          </ac:spMkLst>
        </pc:spChg>
        <pc:spChg chg="add mod">
          <ac:chgData name="" userId="" providerId="" clId="Web-{13427172-15C9-4FB5-9428-8C4D1795BF8A}" dt="2026-10-03T13:40:41.394" v="4" actId="34807"/>
          <ac:spMkLst>
            <pc:docMk/>
            <pc:sldMk cId="1956609905" sldId="862"/>
            <ac:spMk id="3810" creationId="{75DAC164-4A39-A4CC-3C6B-D13AD6AC63CF}"/>
          </ac:spMkLst>
        </pc:spChg>
      </pc:sldChg>
      <pc:sldChg chg="addSp modSp add mod setBg modNotesTx">
        <pc:chgData name="" userId="" providerId="" clId="Web-{13427172-15C9-4FB5-9428-8C4D1795BF8A}" dt="2026-10-03T13:40:55.645" v="8" actId="34807"/>
        <pc:sldMkLst>
          <pc:docMk/>
          <pc:sldMk cId="992906569" sldId="1066"/>
        </pc:sldMkLst>
        <pc:spChg chg="add mod">
          <ac:chgData name="" userId="" providerId="" clId="Web-{13427172-15C9-4FB5-9428-8C4D1795BF8A}" dt="2026-10-03T13:40:41.394" v="4" actId="34807"/>
          <ac:spMkLst>
            <pc:docMk/>
            <pc:sldMk cId="992906569" sldId="1066"/>
            <ac:spMk id="4250" creationId="{C42C5994-3D19-B57F-9220-7154E2374060}"/>
          </ac:spMkLst>
        </pc:spChg>
        <pc:spChg chg="add mod">
          <ac:chgData name="" userId="" providerId="" clId="Web-{13427172-15C9-4FB5-9428-8C4D1795BF8A}" dt="2026-10-03T13:40:41.394" v="4" actId="34807"/>
          <ac:spMkLst>
            <pc:docMk/>
            <pc:sldMk cId="992906569" sldId="1066"/>
            <ac:spMk id="4341" creationId="{0770AB75-E4C1-2D7D-7CAB-2A4D75BB30B1}"/>
          </ac:spMkLst>
        </pc:spChg>
        <pc:spChg chg="add mod">
          <ac:chgData name="" userId="" providerId="" clId="Web-{13427172-15C9-4FB5-9428-8C4D1795BF8A}" dt="2026-10-03T13:40:41.394" v="4" actId="34807"/>
          <ac:spMkLst>
            <pc:docMk/>
            <pc:sldMk cId="992906569" sldId="1066"/>
            <ac:spMk id="4433" creationId="{A4FCC3C5-F7B9-B064-BECF-B505096CD1DD}"/>
          </ac:spMkLst>
        </pc:spChg>
        <pc:spChg chg="add mod">
          <ac:chgData name="" userId="" providerId="" clId="Web-{13427172-15C9-4FB5-9428-8C4D1795BF8A}" dt="2026-10-03T13:40:41.394" v="4" actId="34807"/>
          <ac:spMkLst>
            <pc:docMk/>
            <pc:sldMk cId="992906569" sldId="1066"/>
            <ac:spMk id="4526" creationId="{D29163DD-0714-9650-CD2B-E9D081A357F5}"/>
          </ac:spMkLst>
        </pc:spChg>
        <pc:spChg chg="add mod">
          <ac:chgData name="" userId="" providerId="" clId="Web-{13427172-15C9-4FB5-9428-8C4D1795BF8A}" dt="2026-10-03T13:40:41.394" v="4" actId="34807"/>
          <ac:spMkLst>
            <pc:docMk/>
            <pc:sldMk cId="992906569" sldId="1066"/>
            <ac:spMk id="5006" creationId="{4F8C8DC7-4010-5160-D3C2-36DE725D5029}"/>
          </ac:spMkLst>
        </pc:spChg>
        <pc:spChg chg="add mod">
          <ac:chgData name="" userId="" providerId="" clId="Web-{13427172-15C9-4FB5-9428-8C4D1795BF8A}" dt="2026-10-03T13:40:55.645" v="8" actId="34807"/>
          <ac:spMkLst>
            <pc:docMk/>
            <pc:sldMk cId="992906569" sldId="1066"/>
            <ac:spMk id="5105" creationId="{5EBA90CB-639A-6C83-AE4D-C1EB56C79FB9}"/>
          </ac:spMkLst>
        </pc:spChg>
        <pc:spChg chg="add mod">
          <ac:chgData name="" userId="" providerId="" clId="Web-{13427172-15C9-4FB5-9428-8C4D1795BF8A}" dt="2026-10-03T13:40:41.394" v="4" actId="34807"/>
          <ac:spMkLst>
            <pc:docMk/>
            <pc:sldMk cId="992906569" sldId="1066"/>
            <ac:spMk id="5205" creationId="{B9487F6C-1E69-338D-5A29-41BB2C7EDACB}"/>
          </ac:spMkLst>
        </pc:spChg>
        <pc:spChg chg="mod">
          <ac:chgData name="" userId="" providerId="" clId="Web-{13427172-15C9-4FB5-9428-8C4D1795BF8A}" dt="2026-10-03T13:40:55.645" v="8" actId="34807"/>
          <ac:spMkLst>
            <pc:docMk/>
            <pc:sldMk cId="992906569" sldId="1066"/>
            <ac:spMk id="5306" creationId="{A2D21E6B-DA3D-25A2-7D27-E7DBDCF42659}"/>
          </ac:spMkLst>
        </pc:spChg>
        <pc:spChg chg="add mod">
          <ac:chgData name="" userId="" providerId="" clId="Web-{13427172-15C9-4FB5-9428-8C4D1795BF8A}" dt="2026-10-03T13:40:41.394" v="4" actId="34807"/>
          <ac:spMkLst>
            <pc:docMk/>
            <pc:sldMk cId="992906569" sldId="1066"/>
            <ac:spMk id="5615" creationId="{4F9FC9DF-C2BA-FFCC-ECE1-2945885471DE}"/>
          </ac:spMkLst>
        </pc:spChg>
        <pc:spChg chg="add mod">
          <ac:chgData name="" userId="" providerId="" clId="Web-{13427172-15C9-4FB5-9428-8C4D1795BF8A}" dt="2026-10-03T13:40:41.394" v="4" actId="34807"/>
          <ac:spMkLst>
            <pc:docMk/>
            <pc:sldMk cId="992906569" sldId="1066"/>
            <ac:spMk id="5720" creationId="{419F5661-E12A-F0D4-133D-7B93CBD7A225}"/>
          </ac:spMkLst>
        </pc:spChg>
        <pc:spChg chg="add mod">
          <ac:chgData name="" userId="" providerId="" clId="Web-{13427172-15C9-4FB5-9428-8C4D1795BF8A}" dt="2026-10-03T13:40:41.394" v="4" actId="34807"/>
          <ac:spMkLst>
            <pc:docMk/>
            <pc:sldMk cId="992906569" sldId="1066"/>
            <ac:spMk id="5933" creationId="{BD736CF4-6873-8202-BEC7-C42C4D47CF62}"/>
          </ac:spMkLst>
        </pc:spChg>
      </pc:sldChg>
      <pc:sldChg chg="addSp modSp add mod setBg modNotesTx">
        <pc:chgData name="" userId="" providerId="" clId="Web-{13427172-15C9-4FB5-9428-8C4D1795BF8A}" dt="2026-10-03T13:40:55.645" v="8" actId="34807"/>
        <pc:sldMkLst>
          <pc:docMk/>
          <pc:sldMk cId="3982248829" sldId="1271"/>
        </pc:sldMkLst>
        <pc:spChg chg="add mod">
          <ac:chgData name="" userId="" providerId="" clId="Web-{13427172-15C9-4FB5-9428-8C4D1795BF8A}" dt="2026-10-03T13:40:47.113" v="6" actId="34807"/>
          <ac:spMkLst>
            <pc:docMk/>
            <pc:sldMk cId="3982248829" sldId="1271"/>
            <ac:spMk id="5934" creationId="{54786806-7443-0206-F809-E4D39EB4CD86}"/>
          </ac:spMkLst>
        </pc:spChg>
        <pc:spChg chg="add mod">
          <ac:chgData name="" userId="" providerId="" clId="Web-{13427172-15C9-4FB5-9428-8C4D1795BF8A}" dt="2026-10-03T13:40:47.113" v="6" actId="34807"/>
          <ac:spMkLst>
            <pc:docMk/>
            <pc:sldMk cId="3982248829" sldId="1271"/>
            <ac:spMk id="5943" creationId="{172A2C5A-22FB-5D0F-266E-55E3373844BB}"/>
          </ac:spMkLst>
        </pc:spChg>
        <pc:spChg chg="add mod">
          <ac:chgData name="" userId="" providerId="" clId="Web-{13427172-15C9-4FB5-9428-8C4D1795BF8A}" dt="2026-10-03T13:40:47.113" v="6" actId="34807"/>
          <ac:spMkLst>
            <pc:docMk/>
            <pc:sldMk cId="3982248829" sldId="1271"/>
            <ac:spMk id="5948" creationId="{C855DC95-3F78-D3C4-0D5E-9EF74CC96FA0}"/>
          </ac:spMkLst>
        </pc:spChg>
        <pc:spChg chg="add mod">
          <ac:chgData name="" userId="" providerId="" clId="Web-{13427172-15C9-4FB5-9428-8C4D1795BF8A}" dt="2026-10-03T13:40:47.113" v="6" actId="34807"/>
          <ac:spMkLst>
            <pc:docMk/>
            <pc:sldMk cId="3982248829" sldId="1271"/>
            <ac:spMk id="5954" creationId="{699A5803-ECC4-C084-9C78-F369B45DE756}"/>
          </ac:spMkLst>
        </pc:spChg>
        <pc:spChg chg="add mod">
          <ac:chgData name="" userId="" providerId="" clId="Web-{13427172-15C9-4FB5-9428-8C4D1795BF8A}" dt="2026-10-03T13:40:47.113" v="6" actId="34807"/>
          <ac:spMkLst>
            <pc:docMk/>
            <pc:sldMk cId="3982248829" sldId="1271"/>
            <ac:spMk id="5969" creationId="{E03A4BCE-BFD8-4F1D-10FE-C1EB515B94C4}"/>
          </ac:spMkLst>
        </pc:spChg>
        <pc:spChg chg="add mod">
          <ac:chgData name="" userId="" providerId="" clId="Web-{13427172-15C9-4FB5-9428-8C4D1795BF8A}" dt="2026-10-03T13:40:47.113" v="6" actId="34807"/>
          <ac:spMkLst>
            <pc:docMk/>
            <pc:sldMk cId="3982248829" sldId="1271"/>
            <ac:spMk id="5978" creationId="{41E3FCF9-9ADD-0CE1-98B2-B2486D462C73}"/>
          </ac:spMkLst>
        </pc:spChg>
        <pc:spChg chg="mod">
          <ac:chgData name="" userId="" providerId="" clId="Web-{13427172-15C9-4FB5-9428-8C4D1795BF8A}" dt="2026-10-03T13:40:55.645" v="8" actId="34807"/>
          <ac:spMkLst>
            <pc:docMk/>
            <pc:sldMk cId="3982248829" sldId="1271"/>
            <ac:spMk id="5988" creationId="{EB8B5C2C-8056-D6F6-77A8-2B2F2ED387D8}"/>
          </ac:spMkLst>
        </pc:spChg>
        <pc:spChg chg="add mod">
          <ac:chgData name="" userId="" providerId="" clId="Web-{13427172-15C9-4FB5-9428-8C4D1795BF8A}" dt="2026-10-03T13:40:47.113" v="6" actId="34807"/>
          <ac:spMkLst>
            <pc:docMk/>
            <pc:sldMk cId="3982248829" sldId="1271"/>
            <ac:spMk id="5999" creationId="{D7971FC2-5ECB-3676-E880-8C3A9A3C0802}"/>
          </ac:spMkLst>
        </pc:spChg>
        <pc:spChg chg="mod">
          <ac:chgData name="" userId="" providerId="" clId="Web-{13427172-15C9-4FB5-9428-8C4D1795BF8A}" dt="2026-10-03T13:40:55.645" v="8" actId="34807"/>
          <ac:spMkLst>
            <pc:docMk/>
            <pc:sldMk cId="3982248829" sldId="1271"/>
            <ac:spMk id="6011" creationId="{13701AE2-72AD-84DE-EDEA-BAECEBF3B47C}"/>
          </ac:spMkLst>
        </pc:spChg>
        <pc:spChg chg="add mod">
          <ac:chgData name="" userId="" providerId="" clId="Web-{13427172-15C9-4FB5-9428-8C4D1795BF8A}" dt="2026-10-03T13:40:47.113" v="6" actId="34807"/>
          <ac:spMkLst>
            <pc:docMk/>
            <pc:sldMk cId="3982248829" sldId="1271"/>
            <ac:spMk id="6038" creationId="{B95F8F5B-C847-22D8-15F4-CF061228473B}"/>
          </ac:spMkLst>
        </pc:spChg>
        <pc:spChg chg="add mod">
          <ac:chgData name="" userId="" providerId="" clId="Web-{13427172-15C9-4FB5-9428-8C4D1795BF8A}" dt="2026-10-03T13:40:47.113" v="6" actId="34807"/>
          <ac:spMkLst>
            <pc:docMk/>
            <pc:sldMk cId="3982248829" sldId="1271"/>
            <ac:spMk id="6053" creationId="{8CDB4964-7668-1345-C1EA-6316DCBA5461}"/>
          </ac:spMkLst>
        </pc:spChg>
        <pc:spChg chg="add mod">
          <ac:chgData name="" userId="" providerId="" clId="Web-{13427172-15C9-4FB5-9428-8C4D1795BF8A}" dt="2026-10-03T13:40:47.113" v="6" actId="34807"/>
          <ac:spMkLst>
            <pc:docMk/>
            <pc:sldMk cId="3982248829" sldId="1271"/>
            <ac:spMk id="6069" creationId="{6FFE9FBD-2766-F244-0CC5-34F6DAD231E6}"/>
          </ac:spMkLst>
        </pc:spChg>
      </pc:sldChg>
      <pc:sldChg chg="addSp modSp add mod setBg modNotesTx">
        <pc:chgData name="" userId="" providerId="" clId="Web-{13427172-15C9-4FB5-9428-8C4D1795BF8A}" dt="2026-10-03T13:40:55.645" v="8" actId="34807"/>
        <pc:sldMkLst>
          <pc:docMk/>
          <pc:sldMk cId="2422962467" sldId="1477"/>
        </pc:sldMkLst>
        <pc:spChg chg="add mod">
          <ac:chgData name="" userId="" providerId="" clId="Web-{13427172-15C9-4FB5-9428-8C4D1795BF8A}" dt="2026-10-03T13:40:47.113" v="6" actId="34807"/>
          <ac:spMkLst>
            <pc:docMk/>
            <pc:sldMk cId="2422962467" sldId="1477"/>
            <ac:spMk id="6123" creationId="{FDFC04CD-A82B-D9CB-A8BC-E172C465373A}"/>
          </ac:spMkLst>
        </pc:spChg>
        <pc:spChg chg="add mod">
          <ac:chgData name="" userId="" providerId="" clId="Web-{13427172-15C9-4FB5-9428-8C4D1795BF8A}" dt="2026-10-03T13:40:47.113" v="6" actId="34807"/>
          <ac:spMkLst>
            <pc:docMk/>
            <pc:sldMk cId="2422962467" sldId="1477"/>
            <ac:spMk id="6186" creationId="{C71136D8-54EA-25EF-44E0-8BEB42BFAA07}"/>
          </ac:spMkLst>
        </pc:spChg>
        <pc:spChg chg="add mod">
          <ac:chgData name="" userId="" providerId="" clId="Web-{13427172-15C9-4FB5-9428-8C4D1795BF8A}" dt="2026-10-03T13:40:47.113" v="6" actId="34807"/>
          <ac:spMkLst>
            <pc:docMk/>
            <pc:sldMk cId="2422962467" sldId="1477"/>
            <ac:spMk id="6209" creationId="{1DC77A3C-063B-35AD-BBFB-848BB99A0F77}"/>
          </ac:spMkLst>
        </pc:spChg>
        <pc:spChg chg="add mod">
          <ac:chgData name="" userId="" providerId="" clId="Web-{13427172-15C9-4FB5-9428-8C4D1795BF8A}" dt="2026-10-03T13:40:47.113" v="6" actId="34807"/>
          <ac:spMkLst>
            <pc:docMk/>
            <pc:sldMk cId="2422962467" sldId="1477"/>
            <ac:spMk id="6284" creationId="{BAC15DB3-3011-3753-87F0-4E8E87C458B5}"/>
          </ac:spMkLst>
        </pc:spChg>
        <pc:spChg chg="add mod">
          <ac:chgData name="" userId="" providerId="" clId="Web-{13427172-15C9-4FB5-9428-8C4D1795BF8A}" dt="2026-10-03T13:40:47.113" v="6" actId="34807"/>
          <ac:spMkLst>
            <pc:docMk/>
            <pc:sldMk cId="2422962467" sldId="1477"/>
            <ac:spMk id="6311" creationId="{BE1D1E42-761D-7D7F-C7EC-E79830905F56}"/>
          </ac:spMkLst>
        </pc:spChg>
        <pc:spChg chg="mod">
          <ac:chgData name="" userId="" providerId="" clId="Web-{13427172-15C9-4FB5-9428-8C4D1795BF8A}" dt="2026-10-03T13:40:55.645" v="8" actId="34807"/>
          <ac:spMkLst>
            <pc:docMk/>
            <pc:sldMk cId="2422962467" sldId="1477"/>
            <ac:spMk id="6339" creationId="{EC97CE9C-AA65-B575-7E1B-874B39998D9F}"/>
          </ac:spMkLst>
        </pc:spChg>
        <pc:spChg chg="add mod">
          <ac:chgData name="" userId="" providerId="" clId="Web-{13427172-15C9-4FB5-9428-8C4D1795BF8A}" dt="2026-10-03T13:40:47.113" v="6" actId="34807"/>
          <ac:spMkLst>
            <pc:docMk/>
            <pc:sldMk cId="2422962467" sldId="1477"/>
            <ac:spMk id="6368" creationId="{3F7EB2AB-47A2-919C-1F88-213354A9BF33}"/>
          </ac:spMkLst>
        </pc:spChg>
        <pc:spChg chg="add mod">
          <ac:chgData name="" userId="" providerId="" clId="Web-{13427172-15C9-4FB5-9428-8C4D1795BF8A}" dt="2026-10-03T13:40:55.645" v="8" actId="34807"/>
          <ac:spMkLst>
            <pc:docMk/>
            <pc:sldMk cId="2422962467" sldId="1477"/>
            <ac:spMk id="6398" creationId="{E7EE1697-C6BA-094F-7C3D-87F5B86617E0}"/>
          </ac:spMkLst>
        </pc:spChg>
        <pc:spChg chg="add mod">
          <ac:chgData name="" userId="" providerId="" clId="Web-{13427172-15C9-4FB5-9428-8C4D1795BF8A}" dt="2026-10-03T13:40:47.113" v="6" actId="34807"/>
          <ac:spMkLst>
            <pc:docMk/>
            <pc:sldMk cId="2422962467" sldId="1477"/>
            <ac:spMk id="6429" creationId="{050AA28E-9FCE-3D21-8104-874A3E0247D8}"/>
          </ac:spMkLst>
        </pc:spChg>
        <pc:spChg chg="add mod">
          <ac:chgData name="" userId="" providerId="" clId="Web-{13427172-15C9-4FB5-9428-8C4D1795BF8A}" dt="2026-10-03T13:40:47.113" v="6" actId="34807"/>
          <ac:spMkLst>
            <pc:docMk/>
            <pc:sldMk cId="2422962467" sldId="1477"/>
            <ac:spMk id="6461" creationId="{42AB9350-DEAA-A84F-3426-7E8C1272A421}"/>
          </ac:spMkLst>
        </pc:spChg>
        <pc:spChg chg="add mod">
          <ac:chgData name="" userId="" providerId="" clId="Web-{13427172-15C9-4FB5-9428-8C4D1795BF8A}" dt="2026-10-03T13:40:47.113" v="6" actId="34807"/>
          <ac:spMkLst>
            <pc:docMk/>
            <pc:sldMk cId="2422962467" sldId="1477"/>
            <ac:spMk id="6494" creationId="{BC428000-60CF-6E99-85B0-0B95BB41E6D6}"/>
          </ac:spMkLst>
        </pc:spChg>
      </pc:sldChg>
      <pc:sldChg chg="addSp modSp add mod setBg modNotesTx">
        <pc:chgData name="" userId="" providerId="" clId="Web-{13427172-15C9-4FB5-9428-8C4D1795BF8A}" dt="2026-10-03T13:40:55.645" v="8" actId="34807"/>
        <pc:sldMkLst>
          <pc:docMk/>
          <pc:sldMk cId="2552208562" sldId="1684"/>
        </pc:sldMkLst>
        <pc:spChg chg="add mod">
          <ac:chgData name="" userId="" providerId="" clId="Web-{13427172-15C9-4FB5-9428-8C4D1795BF8A}" dt="2026-10-03T13:40:47.113" v="6" actId="34807"/>
          <ac:spMkLst>
            <pc:docMk/>
            <pc:sldMk cId="2552208562" sldId="1684"/>
            <ac:spMk id="6636" creationId="{2C9210E8-0C43-8833-801E-4F198EEAEE0A}"/>
          </ac:spMkLst>
        </pc:spChg>
        <pc:spChg chg="add mod">
          <ac:chgData name="" userId="" providerId="" clId="Web-{13427172-15C9-4FB5-9428-8C4D1795BF8A}" dt="2026-10-03T13:40:47.113" v="6" actId="34807"/>
          <ac:spMkLst>
            <pc:docMk/>
            <pc:sldMk cId="2552208562" sldId="1684"/>
            <ac:spMk id="6674" creationId="{B75F4C5E-6F94-76B1-41DD-783D809071F9}"/>
          </ac:spMkLst>
        </pc:spChg>
        <pc:spChg chg="add mod">
          <ac:chgData name="" userId="" providerId="" clId="Web-{13427172-15C9-4FB5-9428-8C4D1795BF8A}" dt="2026-10-03T13:40:47.113" v="6" actId="34807"/>
          <ac:spMkLst>
            <pc:docMk/>
            <pc:sldMk cId="2552208562" sldId="1684"/>
            <ac:spMk id="6836" creationId="{DA87F8C0-3755-659C-B8F8-CDCA32E00177}"/>
          </ac:spMkLst>
        </pc:spChg>
        <pc:spChg chg="add mod">
          <ac:chgData name="" userId="" providerId="" clId="Web-{13427172-15C9-4FB5-9428-8C4D1795BF8A}" dt="2026-10-03T13:40:47.113" v="6" actId="34807"/>
          <ac:spMkLst>
            <pc:docMk/>
            <pc:sldMk cId="2552208562" sldId="1684"/>
            <ac:spMk id="6879" creationId="{C46B5FD3-127C-7224-23ED-CCBD0CCAE972}"/>
          </ac:spMkLst>
        </pc:spChg>
        <pc:spChg chg="add mod">
          <ac:chgData name="" userId="" providerId="" clId="Web-{13427172-15C9-4FB5-9428-8C4D1795BF8A}" dt="2026-10-03T13:40:47.113" v="6" actId="34807"/>
          <ac:spMkLst>
            <pc:docMk/>
            <pc:sldMk cId="2552208562" sldId="1684"/>
            <ac:spMk id="6923" creationId="{0A881398-4D4E-1C4C-43EA-183FDD917629}"/>
          </ac:spMkLst>
        </pc:spChg>
        <pc:spChg chg="add mod">
          <ac:chgData name="" userId="" providerId="" clId="Web-{13427172-15C9-4FB5-9428-8C4D1795BF8A}" dt="2026-10-03T13:40:55.645" v="8" actId="34807"/>
          <ac:spMkLst>
            <pc:docMk/>
            <pc:sldMk cId="2552208562" sldId="1684"/>
            <ac:spMk id="7014" creationId="{CE28F377-AC64-D729-B8A6-D701F1D64949}"/>
          </ac:spMkLst>
        </pc:spChg>
        <pc:spChg chg="add mod">
          <ac:chgData name="" userId="" providerId="" clId="Web-{13427172-15C9-4FB5-9428-8C4D1795BF8A}" dt="2026-10-03T13:40:47.113" v="6" actId="34807"/>
          <ac:spMkLst>
            <pc:docMk/>
            <pc:sldMk cId="2552208562" sldId="1684"/>
            <ac:spMk id="7061" creationId="{5619C10E-8F68-8D33-304E-857877282072}"/>
          </ac:spMkLst>
        </pc:spChg>
        <pc:spChg chg="add mod">
          <ac:chgData name="" userId="" providerId="" clId="Web-{13427172-15C9-4FB5-9428-8C4D1795BF8A}" dt="2026-10-03T13:40:55.645" v="8" actId="34807"/>
          <ac:spMkLst>
            <pc:docMk/>
            <pc:sldMk cId="2552208562" sldId="1684"/>
            <ac:spMk id="7109" creationId="{25DBAB20-3AB1-9343-9AAE-F4DC212A9B6D}"/>
          </ac:spMkLst>
        </pc:spChg>
        <pc:spChg chg="add mod">
          <ac:chgData name="" userId="" providerId="" clId="Web-{13427172-15C9-4FB5-9428-8C4D1795BF8A}" dt="2026-10-03T13:40:47.113" v="6" actId="34807"/>
          <ac:spMkLst>
            <pc:docMk/>
            <pc:sldMk cId="2552208562" sldId="1684"/>
            <ac:spMk id="7311" creationId="{05E88CF8-A7A4-638F-80EA-2C0CFB624CF9}"/>
          </ac:spMkLst>
        </pc:spChg>
        <pc:spChg chg="add mod">
          <ac:chgData name="" userId="" providerId="" clId="Web-{13427172-15C9-4FB5-9428-8C4D1795BF8A}" dt="2026-10-03T13:40:47.113" v="6" actId="34807"/>
          <ac:spMkLst>
            <pc:docMk/>
            <pc:sldMk cId="2552208562" sldId="1684"/>
            <ac:spMk id="7418" creationId="{B4AADC35-DCA4-AC73-C4C5-FAEBAB6378F1}"/>
          </ac:spMkLst>
        </pc:spChg>
      </pc:sldChg>
      <pc:sldChg chg="addSp modSp add mod setBg modNotesTx">
        <pc:chgData name="" userId="" providerId="" clId="Web-{13427172-15C9-4FB5-9428-8C4D1795BF8A}" dt="2026-10-03T13:40:48.144" v="7" actId="34807"/>
        <pc:sldMkLst>
          <pc:docMk/>
          <pc:sldMk cId="2442347134" sldId="1892"/>
        </pc:sldMkLst>
        <pc:spChg chg="add mod">
          <ac:chgData name="" userId="" providerId="" clId="Web-{13427172-15C9-4FB5-9428-8C4D1795BF8A}" dt="2026-10-03T13:40:47.113" v="6" actId="34807"/>
          <ac:spMkLst>
            <pc:docMk/>
            <pc:sldMk cId="2442347134" sldId="1892"/>
            <ac:spMk id="7473" creationId="{44F5C3E8-39A5-31CB-7689-785F7938AB8F}"/>
          </ac:spMkLst>
        </pc:spChg>
        <pc:spChg chg="add mod">
          <ac:chgData name="" userId="" providerId="" clId="Web-{13427172-15C9-4FB5-9428-8C4D1795BF8A}" dt="2026-10-03T13:40:47.113" v="6" actId="34807"/>
          <ac:spMkLst>
            <pc:docMk/>
            <pc:sldMk cId="2442347134" sldId="1892"/>
            <ac:spMk id="7644" creationId="{BF3815DB-23A1-5313-5EB9-F29E307EEDC1}"/>
          </ac:spMkLst>
        </pc:spChg>
        <pc:spChg chg="add mod">
          <ac:chgData name="" userId="" providerId="" clId="Web-{13427172-15C9-4FB5-9428-8C4D1795BF8A}" dt="2026-10-03T13:40:47.113" v="6" actId="34807"/>
          <ac:spMkLst>
            <pc:docMk/>
            <pc:sldMk cId="2442347134" sldId="1892"/>
            <ac:spMk id="7703" creationId="{25D65CAE-130B-E5D9-591D-1C650E159C57}"/>
          </ac:spMkLst>
        </pc:spChg>
        <pc:spChg chg="add mod">
          <ac:chgData name="" userId="" providerId="" clId="Web-{13427172-15C9-4FB5-9428-8C4D1795BF8A}" dt="2026-10-03T13:40:47.113" v="6" actId="34807"/>
          <ac:spMkLst>
            <pc:docMk/>
            <pc:sldMk cId="2442347134" sldId="1892"/>
            <ac:spMk id="7824" creationId="{186B25FE-FC36-4064-2CEA-E00C584F9590}"/>
          </ac:spMkLst>
        </pc:spChg>
        <pc:spChg chg="add mod">
          <ac:chgData name="" userId="" providerId="" clId="Web-{13427172-15C9-4FB5-9428-8C4D1795BF8A}" dt="2026-10-03T13:40:47.113" v="6" actId="34807"/>
          <ac:spMkLst>
            <pc:docMk/>
            <pc:sldMk cId="2442347134" sldId="1892"/>
            <ac:spMk id="7886" creationId="{261A69D3-74CF-747B-45B5-82D45F18DF9B}"/>
          </ac:spMkLst>
        </pc:spChg>
        <pc:spChg chg="add mod">
          <ac:chgData name="" userId="" providerId="" clId="Web-{13427172-15C9-4FB5-9428-8C4D1795BF8A}" dt="2026-10-03T13:40:47.113" v="6" actId="34807"/>
          <ac:spMkLst>
            <pc:docMk/>
            <pc:sldMk cId="2442347134" sldId="1892"/>
            <ac:spMk id="7949" creationId="{80BA07FD-A8DC-8460-6AE3-689D06983FA3}"/>
          </ac:spMkLst>
        </pc:spChg>
        <pc:spChg chg="add mod">
          <ac:chgData name="" userId="" providerId="" clId="Web-{13427172-15C9-4FB5-9428-8C4D1795BF8A}" dt="2026-10-03T13:40:47.113" v="6" actId="34807"/>
          <ac:spMkLst>
            <pc:docMk/>
            <pc:sldMk cId="2442347134" sldId="1892"/>
            <ac:spMk id="8348" creationId="{FFEA5A63-7D59-0A5B-5A51-7DF9360D3288}"/>
          </ac:spMkLst>
        </pc:spChg>
        <pc:spChg chg="add mod">
          <ac:chgData name="" userId="" providerId="" clId="Web-{13427172-15C9-4FB5-9428-8C4D1795BF8A}" dt="2026-10-03T13:40:47.113" v="6" actId="34807"/>
          <ac:spMkLst>
            <pc:docMk/>
            <pc:sldMk cId="2442347134" sldId="1892"/>
            <ac:spMk id="8418" creationId="{E5E7CD55-33A5-E8FD-877C-EA79F1F05BA5}"/>
          </ac:spMkLst>
        </pc:spChg>
        <pc:spChg chg="add mod">
          <ac:chgData name="" userId="" providerId="" clId="Web-{13427172-15C9-4FB5-9428-8C4D1795BF8A}" dt="2026-10-03T13:40:47.113" v="6" actId="34807"/>
          <ac:spMkLst>
            <pc:docMk/>
            <pc:sldMk cId="2442347134" sldId="1892"/>
            <ac:spMk id="9336" creationId="{3ACCA7A0-FBB0-B4C6-F9A7-75A37EE5DF83}"/>
          </ac:spMkLst>
        </pc:spChg>
        <pc:spChg chg="add mod">
          <ac:chgData name="" userId="" providerId="" clId="Web-{13427172-15C9-4FB5-9428-8C4D1795BF8A}" dt="2026-10-03T13:40:47.113" v="6" actId="34807"/>
          <ac:spMkLst>
            <pc:docMk/>
            <pc:sldMk cId="2442347134" sldId="1892"/>
            <ac:spMk id="9419" creationId="{9770F88A-149F-4219-1780-1C752843D658}"/>
          </ac:spMkLst>
        </pc:spChg>
      </pc:sldChg>
      <pc:sldChg chg="addSp modSp add mod setBg modNotesTx">
        <pc:chgData name="" userId="" providerId="" clId="Web-{13427172-15C9-4FB5-9428-8C4D1795BF8A}" dt="2026-10-03T13:40:55.645" v="8" actId="34807"/>
        <pc:sldMkLst>
          <pc:docMk/>
          <pc:sldMk cId="617420154" sldId="2101"/>
        </pc:sldMkLst>
        <pc:spChg chg="add mod">
          <ac:chgData name="" userId="" providerId="" clId="Web-{13427172-15C9-4FB5-9428-8C4D1795BF8A}" dt="2026-10-03T13:40:47.113" v="6" actId="34807"/>
          <ac:spMkLst>
            <pc:docMk/>
            <pc:sldMk cId="617420154" sldId="2101"/>
            <ac:spMk id="9588" creationId="{DD54AE01-DD0D-3A46-3AC9-AD72261C94B5}"/>
          </ac:spMkLst>
        </pc:spChg>
        <pc:spChg chg="add mod">
          <ac:chgData name="" userId="" providerId="" clId="Web-{13427172-15C9-4FB5-9428-8C4D1795BF8A}" dt="2026-10-03T13:40:47.113" v="6" actId="34807"/>
          <ac:spMkLst>
            <pc:docMk/>
            <pc:sldMk cId="617420154" sldId="2101"/>
            <ac:spMk id="9674" creationId="{5FAAAB01-2236-893B-FAAF-359113836579}"/>
          </ac:spMkLst>
        </pc:spChg>
        <pc:spChg chg="add mod">
          <ac:chgData name="" userId="" providerId="" clId="Web-{13427172-15C9-4FB5-9428-8C4D1795BF8A}" dt="2026-10-03T13:40:47.113" v="6" actId="34807"/>
          <ac:spMkLst>
            <pc:docMk/>
            <pc:sldMk cId="617420154" sldId="2101"/>
            <ac:spMk id="9761" creationId="{43B59D13-0D2E-716A-D3C3-28EE2CFF8EB2}"/>
          </ac:spMkLst>
        </pc:spChg>
        <pc:spChg chg="add mod">
          <ac:chgData name="" userId="" providerId="" clId="Web-{13427172-15C9-4FB5-9428-8C4D1795BF8A}" dt="2026-10-03T13:40:47.113" v="6" actId="34807"/>
          <ac:spMkLst>
            <pc:docMk/>
            <pc:sldMk cId="617420154" sldId="2101"/>
            <ac:spMk id="9849" creationId="{05D61B78-614D-7810-DFFF-52016C241FCB}"/>
          </ac:spMkLst>
        </pc:spChg>
        <pc:spChg chg="add mod">
          <ac:chgData name="" userId="" providerId="" clId="Web-{13427172-15C9-4FB5-9428-8C4D1795BF8A}" dt="2026-10-03T13:40:47.113" v="6" actId="34807"/>
          <ac:spMkLst>
            <pc:docMk/>
            <pc:sldMk cId="617420154" sldId="2101"/>
            <ac:spMk id="9938" creationId="{A6168DE4-06AD-3A37-C528-E2A9BC259056}"/>
          </ac:spMkLst>
        </pc:spChg>
        <pc:spChg chg="add mod">
          <ac:chgData name="" userId="" providerId="" clId="Web-{13427172-15C9-4FB5-9428-8C4D1795BF8A}" dt="2026-10-03T13:40:47.113" v="6" actId="34807"/>
          <ac:spMkLst>
            <pc:docMk/>
            <pc:sldMk cId="617420154" sldId="2101"/>
            <ac:spMk id="10028" creationId="{DFFB7DE0-4002-4B5D-FA72-F09EC345F192}"/>
          </ac:spMkLst>
        </pc:spChg>
        <pc:spChg chg="add mod">
          <ac:chgData name="" userId="" providerId="" clId="Web-{13427172-15C9-4FB5-9428-8C4D1795BF8A}" dt="2026-10-03T13:40:47.113" v="6" actId="34807"/>
          <ac:spMkLst>
            <pc:docMk/>
            <pc:sldMk cId="617420154" sldId="2101"/>
            <ac:spMk id="10119" creationId="{E5A99F4C-5203-2894-8A0E-D12DD6E096D4}"/>
          </ac:spMkLst>
        </pc:spChg>
        <pc:spChg chg="add mod">
          <ac:chgData name="" userId="" providerId="" clId="Web-{13427172-15C9-4FB5-9428-8C4D1795BF8A}" dt="2026-10-03T13:40:47.113" v="6" actId="34807"/>
          <ac:spMkLst>
            <pc:docMk/>
            <pc:sldMk cId="617420154" sldId="2101"/>
            <ac:spMk id="10211" creationId="{145BD0BA-F59D-06D6-04FB-52BB81510607}"/>
          </ac:spMkLst>
        </pc:spChg>
        <pc:spChg chg="add mod">
          <ac:chgData name="" userId="" providerId="" clId="Web-{13427172-15C9-4FB5-9428-8C4D1795BF8A}" dt="2026-10-03T13:40:47.113" v="6" actId="34807"/>
          <ac:spMkLst>
            <pc:docMk/>
            <pc:sldMk cId="617420154" sldId="2101"/>
            <ac:spMk id="10304" creationId="{DAD75A96-A9D6-7989-0029-4C98CB676AAC}"/>
          </ac:spMkLst>
        </pc:spChg>
        <pc:spChg chg="add mod">
          <ac:chgData name="" userId="" providerId="" clId="Web-{13427172-15C9-4FB5-9428-8C4D1795BF8A}" dt="2026-10-03T13:40:55.645" v="8" actId="34807"/>
          <ac:spMkLst>
            <pc:docMk/>
            <pc:sldMk cId="617420154" sldId="2101"/>
            <ac:spMk id="10398" creationId="{B7038FA5-B26E-F26B-E90C-3E0A7E7943AD}"/>
          </ac:spMkLst>
        </pc:spChg>
      </pc:sldChg>
    </pc:docChg>
  </pc:docChgLst>
  <pc:docChgLst>
    <pc:chgData clId="Web-{9962FFA2-8EA5-4C4D-B850-B7266B0DE03E}"/>
    <pc:docChg chg="modSld">
      <pc:chgData name="" userId="" providerId="" clId="Web-{9962FFA2-8EA5-4C4D-B850-B7266B0DE03E}" dt="2026-10-03T14:01:28.398" v="5" actId="34807"/>
      <pc:docMkLst>
        <pc:docMk/>
      </pc:docMkLst>
      <pc:sldChg chg="addSp delSp modSp">
        <pc:chgData name="" userId="" providerId="" clId="Web-{9962FFA2-8EA5-4C4D-B850-B7266B0DE03E}" dt="2026-10-03T14:01:15.085" v="1" actId="34807"/>
        <pc:sldMkLst>
          <pc:docMk/>
          <pc:sldMk cId="0" sldId="256"/>
        </pc:sldMkLst>
        <pc:spChg chg="del">
          <ac:chgData name="" userId="" providerId="" clId="Web-{9962FFA2-8EA5-4C4D-B850-B7266B0DE03E}" dt="2026-10-03T14:01:15.085" v="1" actId="34807"/>
          <ac:spMkLst>
            <pc:docMk/>
            <pc:sldMk cId="0" sldId="256"/>
            <ac:spMk id="5" creationId="{646E516B-3D1D-B0C1-2E2B-F1510F32A537}"/>
          </ac:spMkLst>
        </pc:spChg>
        <pc:spChg chg="del">
          <ac:chgData name="" userId="" providerId="" clId="Web-{9962FFA2-8EA5-4C4D-B850-B7266B0DE03E}" dt="2026-10-03T14:01:15.085" v="1" actId="34807"/>
          <ac:spMkLst>
            <pc:docMk/>
            <pc:sldMk cId="0" sldId="256"/>
            <ac:spMk id="12" creationId="{727C6724-EC2C-6A7D-F2BB-ECC3BCF9DB4B}"/>
          </ac:spMkLst>
        </pc:spChg>
        <pc:spChg chg="del">
          <ac:chgData name="" userId="" providerId="" clId="Web-{9962FFA2-8EA5-4C4D-B850-B7266B0DE03E}" dt="2026-10-03T14:01:15.085" v="1" actId="34807"/>
          <ac:spMkLst>
            <pc:docMk/>
            <pc:sldMk cId="0" sldId="256"/>
            <ac:spMk id="17" creationId="{662D4D80-4641-CEC9-EF94-F06BF886F0E3}"/>
          </ac:spMkLst>
        </pc:spChg>
        <pc:spChg chg="del">
          <ac:chgData name="" userId="" providerId="" clId="Web-{9962FFA2-8EA5-4C4D-B850-B7266B0DE03E}" dt="2026-10-03T14:01:15.085" v="1" actId="34807"/>
          <ac:spMkLst>
            <pc:docMk/>
            <pc:sldMk cId="0" sldId="256"/>
            <ac:spMk id="47" creationId="{30A1922C-D763-1A84-10D8-F79983D014A4}"/>
          </ac:spMkLst>
        </pc:spChg>
        <pc:spChg chg="del">
          <ac:chgData name="" userId="" providerId="" clId="Web-{9962FFA2-8EA5-4C4D-B850-B7266B0DE03E}" dt="2026-10-03T14:01:15.085" v="1" actId="34807"/>
          <ac:spMkLst>
            <pc:docMk/>
            <pc:sldMk cId="0" sldId="256"/>
            <ac:spMk id="57" creationId="{5F03DAF4-14CD-FD0C-40AE-81F361751546}"/>
          </ac:spMkLst>
        </pc:spChg>
        <pc:spChg chg="del">
          <ac:chgData name="" userId="" providerId="" clId="Web-{9962FFA2-8EA5-4C4D-B850-B7266B0DE03E}" dt="2026-10-03T14:01:15.085" v="1" actId="34807"/>
          <ac:spMkLst>
            <pc:docMk/>
            <pc:sldMk cId="0" sldId="256"/>
            <ac:spMk id="68" creationId="{1A238124-A72D-0220-BD17-70F37A0917D7}"/>
          </ac:spMkLst>
        </pc:spChg>
        <pc:spChg chg="del">
          <ac:chgData name="" userId="" providerId="" clId="Web-{9962FFA2-8EA5-4C4D-B850-B7266B0DE03E}" dt="2026-10-03T14:01:15.085" v="1" actId="34807"/>
          <ac:spMkLst>
            <pc:docMk/>
            <pc:sldMk cId="0" sldId="256"/>
            <ac:spMk id="93" creationId="{2B214611-55A1-5FF1-2791-214880840ADE}"/>
          </ac:spMkLst>
        </pc:spChg>
        <pc:spChg chg="del">
          <ac:chgData name="" userId="" providerId="" clId="Web-{9962FFA2-8EA5-4C4D-B850-B7266B0DE03E}" dt="2026-10-03T14:01:15.085" v="1" actId="34807"/>
          <ac:spMkLst>
            <pc:docMk/>
            <pc:sldMk cId="0" sldId="256"/>
            <ac:spMk id="107" creationId="{8A3252F1-E5E2-C50E-5C37-E287C01DD30B}"/>
          </ac:spMkLst>
        </pc:spChg>
        <pc:spChg chg="del">
          <ac:chgData name="" userId="" providerId="" clId="Web-{9962FFA2-8EA5-4C4D-B850-B7266B0DE03E}" dt="2026-10-03T14:01:15.085" v="1" actId="34807"/>
          <ac:spMkLst>
            <pc:docMk/>
            <pc:sldMk cId="0" sldId="256"/>
            <ac:spMk id="122" creationId="{84B73958-019B-2F85-173A-B36A9F27857B}"/>
          </ac:spMkLst>
        </pc:spChg>
        <pc:spChg chg="del">
          <ac:chgData name="" userId="" providerId="" clId="Web-{9962FFA2-8EA5-4C4D-B850-B7266B0DE03E}" dt="2026-10-03T14:01:15.085" v="1" actId="34807"/>
          <ac:spMkLst>
            <pc:docMk/>
            <pc:sldMk cId="0" sldId="256"/>
            <ac:spMk id="138" creationId="{1C1D3C9D-CC58-D4BC-8E61-12225B8A6812}"/>
          </ac:spMkLst>
        </pc:spChg>
        <pc:spChg chg="add mod">
          <ac:chgData name="" userId="" providerId="" clId="Web-{9962FFA2-8EA5-4C4D-B850-B7266B0DE03E}" dt="2026-10-03T14:01:12.757" v="0" actId="34807"/>
          <ac:spMkLst>
            <pc:docMk/>
            <pc:sldMk cId="0" sldId="256"/>
            <ac:spMk id="10401" creationId="{C079403F-DF12-3A97-1968-2E0385B52711}"/>
          </ac:spMkLst>
        </pc:spChg>
        <pc:spChg chg="add mod">
          <ac:chgData name="" userId="" providerId="" clId="Web-{9962FFA2-8EA5-4C4D-B850-B7266B0DE03E}" dt="2026-10-03T14:01:12.757" v="0" actId="34807"/>
          <ac:spMkLst>
            <pc:docMk/>
            <pc:sldMk cId="0" sldId="256"/>
            <ac:spMk id="10413" creationId="{4250B335-0344-1692-8902-7C4E147D4103}"/>
          </ac:spMkLst>
        </pc:spChg>
        <pc:spChg chg="add mod">
          <ac:chgData name="" userId="" providerId="" clId="Web-{9962FFA2-8EA5-4C4D-B850-B7266B0DE03E}" dt="2026-10-03T14:01:12.757" v="0" actId="34807"/>
          <ac:spMkLst>
            <pc:docMk/>
            <pc:sldMk cId="0" sldId="256"/>
            <ac:spMk id="10419" creationId="{2C27A9AC-1971-7206-A92D-DAB0D1349B14}"/>
          </ac:spMkLst>
        </pc:spChg>
        <pc:spChg chg="add mod">
          <ac:chgData name="" userId="" providerId="" clId="Web-{9962FFA2-8EA5-4C4D-B850-B7266B0DE03E}" dt="2026-10-03T14:01:12.757" v="0" actId="34807"/>
          <ac:spMkLst>
            <pc:docMk/>
            <pc:sldMk cId="0" sldId="256"/>
            <ac:spMk id="10434" creationId="{3C16A6BC-C13D-6BFB-B387-E9C5BACDD2D1}"/>
          </ac:spMkLst>
        </pc:spChg>
        <pc:spChg chg="add mod">
          <ac:chgData name="" userId="" providerId="" clId="Web-{9962FFA2-8EA5-4C4D-B850-B7266B0DE03E}" dt="2026-10-03T14:01:12.757" v="0" actId="34807"/>
          <ac:spMkLst>
            <pc:docMk/>
            <pc:sldMk cId="0" sldId="256"/>
            <ac:spMk id="10443" creationId="{68A7A6B6-053F-A52F-88E7-50DB1A0BBCB8}"/>
          </ac:spMkLst>
        </pc:spChg>
        <pc:spChg chg="add mod">
          <ac:chgData name="" userId="" providerId="" clId="Web-{9962FFA2-8EA5-4C4D-B850-B7266B0DE03E}" dt="2026-10-03T14:01:12.757" v="0" actId="34807"/>
          <ac:spMkLst>
            <pc:docMk/>
            <pc:sldMk cId="0" sldId="256"/>
            <ac:spMk id="10453" creationId="{DAF7FB95-9CBA-1AB2-15B2-C569A3F03C8F}"/>
          </ac:spMkLst>
        </pc:spChg>
        <pc:spChg chg="add mod">
          <ac:chgData name="" userId="" providerId="" clId="Web-{9962FFA2-8EA5-4C4D-B850-B7266B0DE03E}" dt="2026-10-03T14:01:12.757" v="0" actId="34807"/>
          <ac:spMkLst>
            <pc:docMk/>
            <pc:sldMk cId="0" sldId="256"/>
            <ac:spMk id="10464" creationId="{D2259456-C824-48CF-C547-F8C1C167E983}"/>
          </ac:spMkLst>
        </pc:spChg>
        <pc:spChg chg="add mod">
          <ac:chgData name="" userId="" providerId="" clId="Web-{9962FFA2-8EA5-4C4D-B850-B7266B0DE03E}" dt="2026-10-03T14:01:12.757" v="0" actId="34807"/>
          <ac:spMkLst>
            <pc:docMk/>
            <pc:sldMk cId="0" sldId="256"/>
            <ac:spMk id="10476" creationId="{617E3A58-D433-857E-C849-F0961E1469E1}"/>
          </ac:spMkLst>
        </pc:spChg>
        <pc:spChg chg="add mod">
          <ac:chgData name="" userId="" providerId="" clId="Web-{9962FFA2-8EA5-4C4D-B850-B7266B0DE03E}" dt="2026-10-03T14:01:12.757" v="0" actId="34807"/>
          <ac:spMkLst>
            <pc:docMk/>
            <pc:sldMk cId="0" sldId="256"/>
            <ac:spMk id="10489" creationId="{06B57727-B240-AE30-0E67-FDE860749271}"/>
          </ac:spMkLst>
        </pc:spChg>
        <pc:spChg chg="add mod">
          <ac:chgData name="" userId="" providerId="" clId="Web-{9962FFA2-8EA5-4C4D-B850-B7266B0DE03E}" dt="2026-10-03T14:01:12.757" v="0" actId="34807"/>
          <ac:spMkLst>
            <pc:docMk/>
            <pc:sldMk cId="0" sldId="256"/>
            <ac:spMk id="10518" creationId="{82F06408-D688-FC41-3836-3EB150D5A129}"/>
          </ac:spMkLst>
        </pc:spChg>
      </pc:sldChg>
      <pc:sldChg chg="addSp delSp modSp">
        <pc:chgData name="" userId="" providerId="" clId="Web-{9962FFA2-8EA5-4C4D-B850-B7266B0DE03E}" dt="2026-10-03T14:01:16.397" v="2" actId="34807"/>
        <pc:sldMkLst>
          <pc:docMk/>
          <pc:sldMk cId="2777126959" sldId="457"/>
        </pc:sldMkLst>
        <pc:spChg chg="del">
          <ac:chgData name="" userId="" providerId="" clId="Web-{9962FFA2-8EA5-4C4D-B850-B7266B0DE03E}" dt="2026-10-03T14:01:15.085" v="1" actId="34807"/>
          <ac:spMkLst>
            <pc:docMk/>
            <pc:sldMk cId="2777126959" sldId="457"/>
            <ac:spMk id="161" creationId="{356C71EE-9E53-49D9-D27D-C245D12E9188}"/>
          </ac:spMkLst>
        </pc:spChg>
        <pc:spChg chg="del">
          <ac:chgData name="" userId="" providerId="" clId="Web-{9962FFA2-8EA5-4C4D-B850-B7266B0DE03E}" dt="2026-10-03T14:01:15.085" v="1" actId="34807"/>
          <ac:spMkLst>
            <pc:docMk/>
            <pc:sldMk cId="2777126959" sldId="457"/>
            <ac:spMk id="165" creationId="{A06E6C73-D221-78FA-5688-A931F9749214}"/>
          </ac:spMkLst>
        </pc:spChg>
        <pc:spChg chg="del">
          <ac:chgData name="" userId="" providerId="" clId="Web-{9962FFA2-8EA5-4C4D-B850-B7266B0DE03E}" dt="2026-10-03T14:01:15.085" v="1" actId="34807"/>
          <ac:spMkLst>
            <pc:docMk/>
            <pc:sldMk cId="2777126959" sldId="457"/>
            <ac:spMk id="170" creationId="{F24EB944-754B-1EA9-445B-A5C4ADACAFE8}"/>
          </ac:spMkLst>
        </pc:spChg>
        <pc:spChg chg="del">
          <ac:chgData name="" userId="" providerId="" clId="Web-{9962FFA2-8EA5-4C4D-B850-B7266B0DE03E}" dt="2026-10-03T14:01:15.085" v="1" actId="34807"/>
          <ac:spMkLst>
            <pc:docMk/>
            <pc:sldMk cId="2777126959" sldId="457"/>
            <ac:spMk id="183" creationId="{82B39FCE-498F-375E-FE76-F0EDF55FB6A9}"/>
          </ac:spMkLst>
        </pc:spChg>
        <pc:spChg chg="del">
          <ac:chgData name="" userId="" providerId="" clId="Web-{9962FFA2-8EA5-4C4D-B850-B7266B0DE03E}" dt="2026-10-03T14:01:15.085" v="1" actId="34807"/>
          <ac:spMkLst>
            <pc:docMk/>
            <pc:sldMk cId="2777126959" sldId="457"/>
            <ac:spMk id="191" creationId="{FA9CDDE9-BF4A-F883-7237-C3214A4DFDB6}"/>
          </ac:spMkLst>
        </pc:spChg>
        <pc:spChg chg="del">
          <ac:chgData name="" userId="" providerId="" clId="Web-{9962FFA2-8EA5-4C4D-B850-B7266B0DE03E}" dt="2026-10-03T14:01:15.085" v="1" actId="34807"/>
          <ac:spMkLst>
            <pc:docMk/>
            <pc:sldMk cId="2777126959" sldId="457"/>
            <ac:spMk id="210" creationId="{4DAC74C6-7786-9D52-F44B-951A8C87841F}"/>
          </ac:spMkLst>
        </pc:spChg>
        <pc:spChg chg="del">
          <ac:chgData name="" userId="" providerId="" clId="Web-{9962FFA2-8EA5-4C4D-B850-B7266B0DE03E}" dt="2026-10-03T14:01:15.085" v="1" actId="34807"/>
          <ac:spMkLst>
            <pc:docMk/>
            <pc:sldMk cId="2777126959" sldId="457"/>
            <ac:spMk id="221" creationId="{8F79B90A-D23F-25E7-EC4D-99A796E43765}"/>
          </ac:spMkLst>
        </pc:spChg>
        <pc:spChg chg="del">
          <ac:chgData name="" userId="" providerId="" clId="Web-{9962FFA2-8EA5-4C4D-B850-B7266B0DE03E}" dt="2026-10-03T14:01:15.085" v="1" actId="34807"/>
          <ac:spMkLst>
            <pc:docMk/>
            <pc:sldMk cId="2777126959" sldId="457"/>
            <ac:spMk id="233" creationId="{E43FFC46-A548-B543-EB86-708309ADDA27}"/>
          </ac:spMkLst>
        </pc:spChg>
        <pc:spChg chg="del">
          <ac:chgData name="" userId="" providerId="" clId="Web-{9962FFA2-8EA5-4C4D-B850-B7266B0DE03E}" dt="2026-10-03T14:01:15.085" v="1" actId="34807"/>
          <ac:spMkLst>
            <pc:docMk/>
            <pc:sldMk cId="2777126959" sldId="457"/>
            <ac:spMk id="246" creationId="{78B2CCE2-C979-92B1-C464-6AC3F11290FB}"/>
          </ac:spMkLst>
        </pc:spChg>
        <pc:spChg chg="del">
          <ac:chgData name="" userId="" providerId="" clId="Web-{9962FFA2-8EA5-4C4D-B850-B7266B0DE03E}" dt="2026-10-03T14:01:15.085" v="1" actId="34807"/>
          <ac:spMkLst>
            <pc:docMk/>
            <pc:sldMk cId="2777126959" sldId="457"/>
            <ac:spMk id="291" creationId="{CD8F0846-FD68-6055-E1FF-29BC2B13639A}"/>
          </ac:spMkLst>
        </pc:spChg>
        <pc:spChg chg="add mod">
          <ac:chgData name="" userId="" providerId="" clId="Web-{9962FFA2-8EA5-4C4D-B850-B7266B0DE03E}" dt="2026-10-03T14:01:12.757" v="0" actId="34807"/>
          <ac:spMkLst>
            <pc:docMk/>
            <pc:sldMk cId="2777126959" sldId="457"/>
            <ac:spMk id="10534" creationId="{79E84F5C-2462-6707-4450-4337105F543D}"/>
          </ac:spMkLst>
        </pc:spChg>
        <pc:spChg chg="add mod">
          <ac:chgData name="" userId="" providerId="" clId="Web-{9962FFA2-8EA5-4C4D-B850-B7266B0DE03E}" dt="2026-10-03T14:01:12.757" v="0" actId="34807"/>
          <ac:spMkLst>
            <pc:docMk/>
            <pc:sldMk cId="2777126959" sldId="457"/>
            <ac:spMk id="10551" creationId="{B38D3ED1-E09E-A723-96A2-B974A64AFF9F}"/>
          </ac:spMkLst>
        </pc:spChg>
        <pc:spChg chg="add mod">
          <ac:chgData name="" userId="" providerId="" clId="Web-{9962FFA2-8EA5-4C4D-B850-B7266B0DE03E}" dt="2026-10-03T14:01:12.757" v="0" actId="34807"/>
          <ac:spMkLst>
            <pc:docMk/>
            <pc:sldMk cId="2777126959" sldId="457"/>
            <ac:spMk id="10588" creationId="{EE748C0F-1087-3710-CDE7-2635A60EE385}"/>
          </ac:spMkLst>
        </pc:spChg>
        <pc:spChg chg="add mod">
          <ac:chgData name="" userId="" providerId="" clId="Web-{9962FFA2-8EA5-4C4D-B850-B7266B0DE03E}" dt="2026-10-03T14:01:12.757" v="0" actId="34807"/>
          <ac:spMkLst>
            <pc:docMk/>
            <pc:sldMk cId="2777126959" sldId="457"/>
            <ac:spMk id="10608" creationId="{B8E2BE1B-C226-5AEB-1CA1-1CACD0F73F0F}"/>
          </ac:spMkLst>
        </pc:spChg>
        <pc:spChg chg="add mod">
          <ac:chgData name="" userId="" providerId="" clId="Web-{9962FFA2-8EA5-4C4D-B850-B7266B0DE03E}" dt="2026-10-03T14:01:12.757" v="0" actId="34807"/>
          <ac:spMkLst>
            <pc:docMk/>
            <pc:sldMk cId="2777126959" sldId="457"/>
            <ac:spMk id="10629" creationId="{6B7DC3CF-5D00-5270-C36B-6E3CDEBEE953}"/>
          </ac:spMkLst>
        </pc:spChg>
        <pc:spChg chg="add mod">
          <ac:chgData name="" userId="" providerId="" clId="Web-{9962FFA2-8EA5-4C4D-B850-B7266B0DE03E}" dt="2026-10-03T14:01:12.757" v="0" actId="34807"/>
          <ac:spMkLst>
            <pc:docMk/>
            <pc:sldMk cId="2777126959" sldId="457"/>
            <ac:spMk id="10651" creationId="{1720CAA4-B519-7AF1-6DCD-9E4536DAEA81}"/>
          </ac:spMkLst>
        </pc:spChg>
        <pc:spChg chg="add mod">
          <ac:chgData name="" userId="" providerId="" clId="Web-{9962FFA2-8EA5-4C4D-B850-B7266B0DE03E}" dt="2026-10-03T14:01:12.757" v="0" actId="34807"/>
          <ac:spMkLst>
            <pc:docMk/>
            <pc:sldMk cId="2777126959" sldId="457"/>
            <ac:spMk id="10674" creationId="{209FED02-86E3-04DB-C4D2-BB4BDBA4199C}"/>
          </ac:spMkLst>
        </pc:spChg>
        <pc:spChg chg="add mod">
          <ac:chgData name="" userId="" providerId="" clId="Web-{9962FFA2-8EA5-4C4D-B850-B7266B0DE03E}" dt="2026-10-03T14:01:12.757" v="0" actId="34807"/>
          <ac:spMkLst>
            <pc:docMk/>
            <pc:sldMk cId="2777126959" sldId="457"/>
            <ac:spMk id="10698" creationId="{3349BE4A-A778-A8D0-A3F4-8AE1E83DA756}"/>
          </ac:spMkLst>
        </pc:spChg>
        <pc:spChg chg="add mod">
          <ac:chgData name="" userId="" providerId="" clId="Web-{9962FFA2-8EA5-4C4D-B850-B7266B0DE03E}" dt="2026-10-03T14:01:16.397" v="2" actId="34807"/>
          <ac:spMkLst>
            <pc:docMk/>
            <pc:sldMk cId="2777126959" sldId="457"/>
            <ac:spMk id="10723" creationId="{EA236D5D-A885-8F5E-A857-605C3DA3CCE4}"/>
          </ac:spMkLst>
        </pc:spChg>
        <pc:spChg chg="add mod">
          <ac:chgData name="" userId="" providerId="" clId="Web-{9962FFA2-8EA5-4C4D-B850-B7266B0DE03E}" dt="2026-10-03T14:01:12.757" v="0" actId="34807"/>
          <ac:spMkLst>
            <pc:docMk/>
            <pc:sldMk cId="2777126959" sldId="457"/>
            <ac:spMk id="10833" creationId="{2F3487A5-C6AC-6BE9-A064-8F438C60CA43}"/>
          </ac:spMkLst>
        </pc:spChg>
      </pc:sldChg>
      <pc:sldChg chg="addSp delSp modSp">
        <pc:chgData name="" userId="" providerId="" clId="Web-{9962FFA2-8EA5-4C4D-B850-B7266B0DE03E}" dt="2026-10-03T14:01:16.397" v="2" actId="34807"/>
        <pc:sldMkLst>
          <pc:docMk/>
          <pc:sldMk cId="1371287638" sldId="659"/>
        </pc:sldMkLst>
        <pc:spChg chg="del">
          <ac:chgData name="" userId="" providerId="" clId="Web-{9962FFA2-8EA5-4C4D-B850-B7266B0DE03E}" dt="2026-10-03T14:01:15.085" v="1" actId="34807"/>
          <ac:spMkLst>
            <pc:docMk/>
            <pc:sldMk cId="1371287638" sldId="659"/>
            <ac:spMk id="408" creationId="{7FE0F9DB-4F36-8A3E-3D15-8BD7BF60448F}"/>
          </ac:spMkLst>
        </pc:spChg>
        <pc:spChg chg="del">
          <ac:chgData name="" userId="" providerId="" clId="Web-{9962FFA2-8EA5-4C4D-B850-B7266B0DE03E}" dt="2026-10-03T14:01:15.085" v="1" actId="34807"/>
          <ac:spMkLst>
            <pc:docMk/>
            <pc:sldMk cId="1371287638" sldId="659"/>
            <ac:spMk id="431" creationId="{DF41FB90-EB77-EEB1-BD9C-8783051E0A9D}"/>
          </ac:spMkLst>
        </pc:spChg>
        <pc:spChg chg="del">
          <ac:chgData name="" userId="" providerId="" clId="Web-{9962FFA2-8EA5-4C4D-B850-B7266B0DE03E}" dt="2026-10-03T14:01:15.085" v="1" actId="34807"/>
          <ac:spMkLst>
            <pc:docMk/>
            <pc:sldMk cId="1371287638" sldId="659"/>
            <ac:spMk id="506" creationId="{FCC246D9-5DE3-D075-D816-956D22E11274}"/>
          </ac:spMkLst>
        </pc:spChg>
        <pc:spChg chg="del">
          <ac:chgData name="" userId="" providerId="" clId="Web-{9962FFA2-8EA5-4C4D-B850-B7266B0DE03E}" dt="2026-10-03T14:01:15.085" v="1" actId="34807"/>
          <ac:spMkLst>
            <pc:docMk/>
            <pc:sldMk cId="1371287638" sldId="659"/>
            <ac:spMk id="785" creationId="{83F31C97-6985-EC52-1E70-96ADA6EEE190}"/>
          </ac:spMkLst>
        </pc:spChg>
        <pc:spChg chg="del">
          <ac:chgData name="" userId="" providerId="" clId="Web-{9962FFA2-8EA5-4C4D-B850-B7266B0DE03E}" dt="2026-10-03T14:01:15.085" v="1" actId="34807"/>
          <ac:spMkLst>
            <pc:docMk/>
            <pc:sldMk cId="1371287638" sldId="659"/>
            <ac:spMk id="858" creationId="{B1C75DF5-39A4-DA23-306B-D85005058442}"/>
          </ac:spMkLst>
        </pc:spChg>
        <pc:spChg chg="del">
          <ac:chgData name="" userId="" providerId="" clId="Web-{9962FFA2-8EA5-4C4D-B850-B7266B0DE03E}" dt="2026-10-03T14:01:15.085" v="1" actId="34807"/>
          <ac:spMkLst>
            <pc:docMk/>
            <pc:sldMk cId="1371287638" sldId="659"/>
            <ac:spMk id="1145" creationId="{113E6D96-0E02-83BA-F72E-2593C4C24374}"/>
          </ac:spMkLst>
        </pc:spChg>
        <pc:spChg chg="del">
          <ac:chgData name="" userId="" providerId="" clId="Web-{9962FFA2-8EA5-4C4D-B850-B7266B0DE03E}" dt="2026-10-03T14:01:15.085" v="1" actId="34807"/>
          <ac:spMkLst>
            <pc:docMk/>
            <pc:sldMk cId="1371287638" sldId="659"/>
            <ac:spMk id="1190" creationId="{25C1258D-9FD2-DA39-82C8-1FAE9CB0F098}"/>
          </ac:spMkLst>
        </pc:spChg>
        <pc:spChg chg="del">
          <ac:chgData name="" userId="" providerId="" clId="Web-{9962FFA2-8EA5-4C4D-B850-B7266B0DE03E}" dt="2026-10-03T14:01:15.085" v="1" actId="34807"/>
          <ac:spMkLst>
            <pc:docMk/>
            <pc:sldMk cId="1371287638" sldId="659"/>
            <ac:spMk id="1751" creationId="{4AF6BB94-927A-831B-EB01-DF44C492D713}"/>
          </ac:spMkLst>
        </pc:spChg>
        <pc:spChg chg="del">
          <ac:chgData name="" userId="" providerId="" clId="Web-{9962FFA2-8EA5-4C4D-B850-B7266B0DE03E}" dt="2026-10-03T14:01:15.085" v="1" actId="34807"/>
          <ac:spMkLst>
            <pc:docMk/>
            <pc:sldMk cId="1371287638" sldId="659"/>
            <ac:spMk id="1808" creationId="{A97FD8F0-AEAD-05C1-C294-8C2FFFB40886}"/>
          </ac:spMkLst>
        </pc:spChg>
        <pc:spChg chg="del">
          <ac:chgData name="" userId="" providerId="" clId="Web-{9962FFA2-8EA5-4C4D-B850-B7266B0DE03E}" dt="2026-10-03T14:01:15.085" v="1" actId="34807"/>
          <ac:spMkLst>
            <pc:docMk/>
            <pc:sldMk cId="1371287638" sldId="659"/>
            <ac:spMk id="1866" creationId="{BCBBCA23-1ABF-9458-6381-4AF93F373E1F}"/>
          </ac:spMkLst>
        </pc:spChg>
        <pc:spChg chg="add mod">
          <ac:chgData name="" userId="" providerId="" clId="Web-{9962FFA2-8EA5-4C4D-B850-B7266B0DE03E}" dt="2026-10-03T14:01:12.757" v="0" actId="34807"/>
          <ac:spMkLst>
            <pc:docMk/>
            <pc:sldMk cId="1371287638" sldId="659"/>
            <ac:spMk id="10959" creationId="{449ED58E-1C12-1986-C4D4-28048EC54515}"/>
          </ac:spMkLst>
        </pc:spChg>
        <pc:spChg chg="add mod">
          <ac:chgData name="" userId="" providerId="" clId="Web-{9962FFA2-8EA5-4C4D-B850-B7266B0DE03E}" dt="2026-10-03T14:01:12.757" v="0" actId="34807"/>
          <ac:spMkLst>
            <pc:docMk/>
            <pc:sldMk cId="1371287638" sldId="659"/>
            <ac:spMk id="11259" creationId="{238E90DB-F72D-9B61-309F-E7DE694F2768}"/>
          </ac:spMkLst>
        </pc:spChg>
        <pc:spChg chg="mod">
          <ac:chgData name="" userId="" providerId="" clId="Web-{9962FFA2-8EA5-4C4D-B850-B7266B0DE03E}" dt="2026-10-03T14:01:16.397" v="2" actId="34807"/>
          <ac:spMkLst>
            <pc:docMk/>
            <pc:sldMk cId="1371287638" sldId="659"/>
            <ac:spMk id="11388" creationId="{DDE1C6FC-14D2-6257-57C9-100488EEAD50}"/>
          </ac:spMkLst>
        </pc:spChg>
        <pc:spChg chg="add mod">
          <ac:chgData name="" userId="" providerId="" clId="Web-{9962FFA2-8EA5-4C4D-B850-B7266B0DE03E}" dt="2026-10-03T14:01:12.757" v="0" actId="34807"/>
          <ac:spMkLst>
            <pc:docMk/>
            <pc:sldMk cId="1371287638" sldId="659"/>
            <ac:spMk id="11433" creationId="{357226AD-C683-61A2-74C9-DFD2F0CFDF35}"/>
          </ac:spMkLst>
        </pc:spChg>
        <pc:spChg chg="mod">
          <ac:chgData name="" userId="" providerId="" clId="Web-{9962FFA2-8EA5-4C4D-B850-B7266B0DE03E}" dt="2026-10-03T14:01:16.397" v="2" actId="34807"/>
          <ac:spMkLst>
            <pc:docMk/>
            <pc:sldMk cId="1371287638" sldId="659"/>
            <ac:spMk id="11724" creationId="{12513251-CD4A-93E1-F439-6ABB455B1CDC}"/>
          </ac:spMkLst>
        </pc:spChg>
        <pc:spChg chg="add mod">
          <ac:chgData name="" userId="" providerId="" clId="Web-{9962FFA2-8EA5-4C4D-B850-B7266B0DE03E}" dt="2026-10-03T14:01:12.757" v="0" actId="34807"/>
          <ac:spMkLst>
            <pc:docMk/>
            <pc:sldMk cId="1371287638" sldId="659"/>
            <ac:spMk id="11776" creationId="{660F373E-A403-8B8B-E5DD-B48F498084FA}"/>
          </ac:spMkLst>
        </pc:spChg>
        <pc:spChg chg="add mod">
          <ac:chgData name="" userId="" providerId="" clId="Web-{9962FFA2-8EA5-4C4D-B850-B7266B0DE03E}" dt="2026-10-03T14:01:12.757" v="0" actId="34807"/>
          <ac:spMkLst>
            <pc:docMk/>
            <pc:sldMk cId="1371287638" sldId="659"/>
            <ac:spMk id="11938" creationId="{38379E9A-8980-4DAD-6168-2334542C7B67}"/>
          </ac:spMkLst>
        </pc:spChg>
        <pc:spChg chg="mod">
          <ac:chgData name="" userId="" providerId="" clId="Web-{9962FFA2-8EA5-4C4D-B850-B7266B0DE03E}" dt="2026-10-03T14:01:16.397" v="2" actId="34807"/>
          <ac:spMkLst>
            <pc:docMk/>
            <pc:sldMk cId="1371287638" sldId="659"/>
            <ac:spMk id="12051" creationId="{71C9F9AF-7F1A-3D09-BE04-2B56D76D4577}"/>
          </ac:spMkLst>
        </pc:spChg>
        <pc:spChg chg="add mod">
          <ac:chgData name="" userId="" providerId="" clId="Web-{9962FFA2-8EA5-4C4D-B850-B7266B0DE03E}" dt="2026-10-03T14:01:12.757" v="0" actId="34807"/>
          <ac:spMkLst>
            <pc:docMk/>
            <pc:sldMk cId="1371287638" sldId="659"/>
            <ac:spMk id="12228" creationId="{4B3B4C0A-8CE3-78D3-CBA9-610F03B33EF8}"/>
          </ac:spMkLst>
        </pc:spChg>
        <pc:spChg chg="mod">
          <ac:chgData name="" userId="" providerId="" clId="Web-{9962FFA2-8EA5-4C4D-B850-B7266B0DE03E}" dt="2026-10-03T14:01:16.397" v="2" actId="34807"/>
          <ac:spMkLst>
            <pc:docMk/>
            <pc:sldMk cId="1371287638" sldId="659"/>
            <ac:spMk id="12351" creationId="{F999ABCE-FB51-A1AB-625A-39142D49ED2D}"/>
          </ac:spMkLst>
        </pc:spChg>
        <pc:spChg chg="mod">
          <ac:chgData name="" userId="" providerId="" clId="Web-{9962FFA2-8EA5-4C4D-B850-B7266B0DE03E}" dt="2026-10-03T14:01:16.397" v="2" actId="34807"/>
          <ac:spMkLst>
            <pc:docMk/>
            <pc:sldMk cId="1371287638" sldId="659"/>
            <ac:spMk id="12414" creationId="{C963B139-8179-6B3A-4A12-FB43B336A9BB}"/>
          </ac:spMkLst>
        </pc:spChg>
        <pc:spChg chg="add mod">
          <ac:chgData name="" userId="" providerId="" clId="Web-{9962FFA2-8EA5-4C4D-B850-B7266B0DE03E}" dt="2026-10-03T14:01:12.757" v="0" actId="34807"/>
          <ac:spMkLst>
            <pc:docMk/>
            <pc:sldMk cId="1371287638" sldId="659"/>
            <ac:spMk id="12543" creationId="{C6A1BD9F-5C41-5429-74FD-72347C49609B}"/>
          </ac:spMkLst>
        </pc:spChg>
        <pc:spChg chg="add mod">
          <ac:chgData name="" userId="" providerId="" clId="Web-{9962FFA2-8EA5-4C4D-B850-B7266B0DE03E}" dt="2026-10-03T14:01:12.757" v="0" actId="34807"/>
          <ac:spMkLst>
            <pc:docMk/>
            <pc:sldMk cId="1371287638" sldId="659"/>
            <ac:spMk id="12883" creationId="{B324C046-452D-A305-3DD0-E15317F244E4}"/>
          </ac:spMkLst>
        </pc:spChg>
        <pc:spChg chg="mod">
          <ac:chgData name="" userId="" providerId="" clId="Web-{9962FFA2-8EA5-4C4D-B850-B7266B0DE03E}" dt="2026-10-03T14:01:16.397" v="2" actId="34807"/>
          <ac:spMkLst>
            <pc:docMk/>
            <pc:sldMk cId="1371287638" sldId="659"/>
            <ac:spMk id="13173" creationId="{0298E683-6DA2-153B-C347-FD63A3B9F6A0}"/>
          </ac:spMkLst>
        </pc:spChg>
        <pc:spChg chg="mod">
          <ac:chgData name="" userId="" providerId="" clId="Web-{9962FFA2-8EA5-4C4D-B850-B7266B0DE03E}" dt="2026-10-03T14:01:16.397" v="2" actId="34807"/>
          <ac:spMkLst>
            <pc:docMk/>
            <pc:sldMk cId="1371287638" sldId="659"/>
            <ac:spMk id="13248" creationId="{D1D53637-7A7C-D470-D367-A957C94F8D08}"/>
          </ac:spMkLst>
        </pc:spChg>
        <pc:spChg chg="add mod">
          <ac:chgData name="" userId="" providerId="" clId="Web-{9962FFA2-8EA5-4C4D-B850-B7266B0DE03E}" dt="2026-10-03T14:01:12.757" v="0" actId="34807"/>
          <ac:spMkLst>
            <pc:docMk/>
            <pc:sldMk cId="1371287638" sldId="659"/>
            <ac:spMk id="13324" creationId="{13A5389E-D7BF-6293-5316-714631A39995}"/>
          </ac:spMkLst>
        </pc:spChg>
        <pc:spChg chg="mod">
          <ac:chgData name="" userId="" providerId="" clId="Web-{9962FFA2-8EA5-4C4D-B850-B7266B0DE03E}" dt="2026-10-03T14:01:16.397" v="2" actId="34807"/>
          <ac:spMkLst>
            <pc:docMk/>
            <pc:sldMk cId="1371287638" sldId="659"/>
            <ac:spMk id="13719" creationId="{9DEBC2AF-E387-EC7F-1592-DAEE052AD708}"/>
          </ac:spMkLst>
        </pc:spChg>
        <pc:spChg chg="add mod">
          <ac:chgData name="" userId="" providerId="" clId="Web-{9962FFA2-8EA5-4C4D-B850-B7266B0DE03E}" dt="2026-10-03T14:01:12.757" v="0" actId="34807"/>
          <ac:spMkLst>
            <pc:docMk/>
            <pc:sldMk cId="1371287638" sldId="659"/>
            <ac:spMk id="13801" creationId="{2C833260-879D-398A-486B-4B9E89245F59}"/>
          </ac:spMkLst>
        </pc:spChg>
        <pc:spChg chg="mod">
          <ac:chgData name="" userId="" providerId="" clId="Web-{9962FFA2-8EA5-4C4D-B850-B7266B0DE03E}" dt="2026-10-03T14:01:16.397" v="2" actId="34807"/>
          <ac:spMkLst>
            <pc:docMk/>
            <pc:sldMk cId="1371287638" sldId="659"/>
            <ac:spMk id="14139" creationId="{90162210-494C-73C0-09AA-BA3ED73A542B}"/>
          </ac:spMkLst>
        </pc:spChg>
        <pc:spChg chg="mod">
          <ac:chgData name="" userId="" providerId="" clId="Web-{9962FFA2-8EA5-4C4D-B850-B7266B0DE03E}" dt="2026-10-03T14:01:16.397" v="2" actId="34807"/>
          <ac:spMkLst>
            <pc:docMk/>
            <pc:sldMk cId="1371287638" sldId="659"/>
            <ac:spMk id="14226" creationId="{47E08061-018E-58F7-D0A7-8D1C1B7B3829}"/>
          </ac:spMkLst>
        </pc:spChg>
      </pc:sldChg>
      <pc:sldChg chg="addSp delSp modSp">
        <pc:chgData name="" userId="" providerId="" clId="Web-{9962FFA2-8EA5-4C4D-B850-B7266B0DE03E}" dt="2026-10-03T14:01:16.397" v="2" actId="34807"/>
        <pc:sldMkLst>
          <pc:docMk/>
          <pc:sldMk cId="1956609905" sldId="862"/>
        </pc:sldMkLst>
        <pc:spChg chg="del">
          <ac:chgData name="" userId="" providerId="" clId="Web-{9962FFA2-8EA5-4C4D-B850-B7266B0DE03E}" dt="2026-10-03T14:01:15.085" v="1" actId="34807"/>
          <ac:spMkLst>
            <pc:docMk/>
            <pc:sldMk cId="1956609905" sldId="862"/>
            <ac:spMk id="1925" creationId="{E30EFC94-97EB-8999-2793-3DB79C33882F}"/>
          </ac:spMkLst>
        </pc:spChg>
        <pc:spChg chg="del">
          <ac:chgData name="" userId="" providerId="" clId="Web-{9962FFA2-8EA5-4C4D-B850-B7266B0DE03E}" dt="2026-10-03T14:01:15.085" v="1" actId="34807"/>
          <ac:spMkLst>
            <pc:docMk/>
            <pc:sldMk cId="1956609905" sldId="862"/>
            <ac:spMk id="2108" creationId="{99383817-1573-60A9-C11E-5689026625E1}"/>
          </ac:spMkLst>
        </pc:spChg>
        <pc:spChg chg="del">
          <ac:chgData name="" userId="" providerId="" clId="Web-{9962FFA2-8EA5-4C4D-B850-B7266B0DE03E}" dt="2026-10-03T14:01:15.085" v="1" actId="34807"/>
          <ac:spMkLst>
            <pc:docMk/>
            <pc:sldMk cId="1956609905" sldId="862"/>
            <ac:spMk id="2171" creationId="{1EC0B765-C68E-42E9-C7D6-04A382A25337}"/>
          </ac:spMkLst>
        </pc:spChg>
        <pc:spChg chg="del">
          <ac:chgData name="" userId="" providerId="" clId="Web-{9962FFA2-8EA5-4C4D-B850-B7266B0DE03E}" dt="2026-10-03T14:01:15.085" v="1" actId="34807"/>
          <ac:spMkLst>
            <pc:docMk/>
            <pc:sldMk cId="1956609905" sldId="862"/>
            <ac:spMk id="2711" creationId="{A01F6116-13EA-6024-D25B-9D952C0B2238}"/>
          </ac:spMkLst>
        </pc:spChg>
        <pc:spChg chg="del">
          <ac:chgData name="" userId="" providerId="" clId="Web-{9962FFA2-8EA5-4C4D-B850-B7266B0DE03E}" dt="2026-10-03T14:01:15.085" v="1" actId="34807"/>
          <ac:spMkLst>
            <pc:docMk/>
            <pc:sldMk cId="1956609905" sldId="862"/>
            <ac:spMk id="3005" creationId="{D6FFC1A9-6D77-35E2-0516-7EC998303CF4}"/>
          </ac:spMkLst>
        </pc:spChg>
        <pc:spChg chg="del">
          <ac:chgData name="" userId="" providerId="" clId="Web-{9962FFA2-8EA5-4C4D-B850-B7266B0DE03E}" dt="2026-10-03T14:01:15.085" v="1" actId="34807"/>
          <ac:spMkLst>
            <pc:docMk/>
            <pc:sldMk cId="1956609905" sldId="862"/>
            <ac:spMk id="3158" creationId="{D567F8B0-EAD9-0C97-05AD-C333754D8CF2}"/>
          </ac:spMkLst>
        </pc:spChg>
        <pc:spChg chg="del">
          <ac:chgData name="" userId="" providerId="" clId="Web-{9962FFA2-8EA5-4C4D-B850-B7266B0DE03E}" dt="2026-10-03T14:01:15.085" v="1" actId="34807"/>
          <ac:spMkLst>
            <pc:docMk/>
            <pc:sldMk cId="1956609905" sldId="862"/>
            <ac:spMk id="3558" creationId="{DF6901AB-8D1C-10D9-20CB-9BFEDFE139E8}"/>
          </ac:spMkLst>
        </pc:spChg>
        <pc:spChg chg="del">
          <ac:chgData name="" userId="" providerId="" clId="Web-{9962FFA2-8EA5-4C4D-B850-B7266B0DE03E}" dt="2026-10-03T14:01:15.085" v="1" actId="34807"/>
          <ac:spMkLst>
            <pc:docMk/>
            <pc:sldMk cId="1956609905" sldId="862"/>
            <ac:spMk id="3641" creationId="{FC61E35B-E92E-A895-1D6A-4A4BF0CA02F6}"/>
          </ac:spMkLst>
        </pc:spChg>
        <pc:spChg chg="del">
          <ac:chgData name="" userId="" providerId="" clId="Web-{9962FFA2-8EA5-4C4D-B850-B7266B0DE03E}" dt="2026-10-03T14:01:15.085" v="1" actId="34807"/>
          <ac:spMkLst>
            <pc:docMk/>
            <pc:sldMk cId="1956609905" sldId="862"/>
            <ac:spMk id="4071" creationId="{22132E75-1316-DA65-A9F1-7484BFC21770}"/>
          </ac:spMkLst>
        </pc:spChg>
        <pc:spChg chg="del">
          <ac:chgData name="" userId="" providerId="" clId="Web-{9962FFA2-8EA5-4C4D-B850-B7266B0DE03E}" dt="2026-10-03T14:01:15.085" v="1" actId="34807"/>
          <ac:spMkLst>
            <pc:docMk/>
            <pc:sldMk cId="1956609905" sldId="862"/>
            <ac:spMk id="4160" creationId="{07F9EA29-8BCE-3E94-5AF9-0F24018E58E0}"/>
          </ac:spMkLst>
        </pc:spChg>
        <pc:spChg chg="add mod">
          <ac:chgData name="" userId="" providerId="" clId="Web-{9962FFA2-8EA5-4C4D-B850-B7266B0DE03E}" dt="2026-10-03T14:01:12.757" v="0" actId="34807"/>
          <ac:spMkLst>
            <pc:docMk/>
            <pc:sldMk cId="1956609905" sldId="862"/>
            <ac:spMk id="14403" creationId="{EFE121A7-1BAE-1E06-D8A8-19434161AD5A}"/>
          </ac:spMkLst>
        </pc:spChg>
        <pc:spChg chg="add mod">
          <ac:chgData name="" userId="" providerId="" clId="Web-{9962FFA2-8EA5-4C4D-B850-B7266B0DE03E}" dt="2026-10-03T14:01:12.757" v="0" actId="34807"/>
          <ac:spMkLst>
            <pc:docMk/>
            <pc:sldMk cId="1956609905" sldId="862"/>
            <ac:spMk id="14584" creationId="{53E7CC03-10AB-1985-57CF-FADB2EC97A5D}"/>
          </ac:spMkLst>
        </pc:spChg>
        <pc:spChg chg="mod">
          <ac:chgData name="" userId="" providerId="" clId="Web-{9962FFA2-8EA5-4C4D-B850-B7266B0DE03E}" dt="2026-10-03T14:01:16.397" v="2" actId="34807"/>
          <ac:spMkLst>
            <pc:docMk/>
            <pc:sldMk cId="1956609905" sldId="862"/>
            <ac:spMk id="14958" creationId="{F8AF4088-27BA-B6FB-20C6-3A003C54E33C}"/>
          </ac:spMkLst>
        </pc:spChg>
        <pc:spChg chg="add mod">
          <ac:chgData name="" userId="" providerId="" clId="Web-{9962FFA2-8EA5-4C4D-B850-B7266B0DE03E}" dt="2026-10-03T14:01:12.757" v="0" actId="34807"/>
          <ac:spMkLst>
            <pc:docMk/>
            <pc:sldMk cId="1956609905" sldId="862"/>
            <ac:spMk id="15651" creationId="{95C8CC7F-3803-571E-C1A3-AD1F80DFF4D7}"/>
          </ac:spMkLst>
        </pc:spChg>
        <pc:spChg chg="mod">
          <ac:chgData name="" userId="" providerId="" clId="Web-{9962FFA2-8EA5-4C4D-B850-B7266B0DE03E}" dt="2026-10-03T14:01:16.397" v="2" actId="34807"/>
          <ac:spMkLst>
            <pc:docMk/>
            <pc:sldMk cId="1956609905" sldId="862"/>
            <ac:spMk id="15754" creationId="{C6ED5A67-6436-9B97-0997-0DDE715629C1}"/>
          </ac:spMkLst>
        </pc:spChg>
        <pc:spChg chg="add mod">
          <ac:chgData name="" userId="" providerId="" clId="Web-{9962FFA2-8EA5-4C4D-B850-B7266B0DE03E}" dt="2026-10-03T14:01:12.757" v="0" actId="34807"/>
          <ac:spMkLst>
            <pc:docMk/>
            <pc:sldMk cId="1956609905" sldId="862"/>
            <ac:spMk id="15858" creationId="{179B0550-8576-B4DE-1DB4-733112EA4010}"/>
          </ac:spMkLst>
        </pc:spChg>
        <pc:spChg chg="add mod">
          <ac:chgData name="" userId="" providerId="" clId="Web-{9962FFA2-8EA5-4C4D-B850-B7266B0DE03E}" dt="2026-10-03T14:01:12.757" v="0" actId="34807"/>
          <ac:spMkLst>
            <pc:docMk/>
            <pc:sldMk cId="1956609905" sldId="862"/>
            <ac:spMk id="16393" creationId="{738EF004-4AFC-14B6-91D8-8154D088E97B}"/>
          </ac:spMkLst>
        </pc:spChg>
        <pc:spChg chg="mod">
          <ac:chgData name="" userId="" providerId="" clId="Web-{9962FFA2-8EA5-4C4D-B850-B7266B0DE03E}" dt="2026-10-03T14:01:16.397" v="2" actId="34807"/>
          <ac:spMkLst>
            <pc:docMk/>
            <pc:sldMk cId="1956609905" sldId="862"/>
            <ac:spMk id="16614" creationId="{1CDE0D36-2AD3-9413-F967-B4110A12F9B8}"/>
          </ac:spMkLst>
        </pc:spChg>
        <pc:spChg chg="add mod">
          <ac:chgData name="" userId="" providerId="" clId="Web-{9962FFA2-8EA5-4C4D-B850-B7266B0DE03E}" dt="2026-10-03T14:01:12.757" v="0" actId="34807"/>
          <ac:spMkLst>
            <pc:docMk/>
            <pc:sldMk cId="1956609905" sldId="862"/>
            <ac:spMk id="16953" creationId="{3C3A32F0-104F-4594-6EEA-26B798388C87}"/>
          </ac:spMkLst>
        </pc:spChg>
        <pc:spChg chg="add mod">
          <ac:chgData name="" userId="" providerId="" clId="Web-{9962FFA2-8EA5-4C4D-B850-B7266B0DE03E}" dt="2026-10-03T14:01:12.757" v="0" actId="34807"/>
          <ac:spMkLst>
            <pc:docMk/>
            <pc:sldMk cId="1956609905" sldId="862"/>
            <ac:spMk id="17184" creationId="{D30FA95B-CB26-4F70-A718-44F855B9BAF8}"/>
          </ac:spMkLst>
        </pc:spChg>
        <pc:spChg chg="add mod">
          <ac:chgData name="" userId="" providerId="" clId="Web-{9962FFA2-8EA5-4C4D-B850-B7266B0DE03E}" dt="2026-10-03T14:01:16.397" v="2" actId="34807"/>
          <ac:spMkLst>
            <pc:docMk/>
            <pc:sldMk cId="1956609905" sldId="862"/>
            <ac:spMk id="17301" creationId="{E9165B97-ABD5-6EC8-D247-A1F6EF77A6EA}"/>
          </ac:spMkLst>
        </pc:spChg>
        <pc:spChg chg="add mod">
          <ac:chgData name="" userId="" providerId="" clId="Web-{9962FFA2-8EA5-4C4D-B850-B7266B0DE03E}" dt="2026-10-03T14:01:12.757" v="0" actId="34807"/>
          <ac:spMkLst>
            <pc:docMk/>
            <pc:sldMk cId="1956609905" sldId="862"/>
            <ac:spMk id="17419" creationId="{8AB04F00-260A-F849-16C4-765A361D22B3}"/>
          </ac:spMkLst>
        </pc:spChg>
        <pc:spChg chg="add mod">
          <ac:chgData name="" userId="" providerId="" clId="Web-{9962FFA2-8EA5-4C4D-B850-B7266B0DE03E}" dt="2026-10-03T14:01:12.757" v="0" actId="34807"/>
          <ac:spMkLst>
            <pc:docMk/>
            <pc:sldMk cId="1956609905" sldId="862"/>
            <ac:spMk id="17538" creationId="{FDAE7A82-F1B8-00A6-A938-EF173348D3BB}"/>
          </ac:spMkLst>
        </pc:spChg>
      </pc:sldChg>
      <pc:sldChg chg="addSp delSp modSp">
        <pc:chgData name="" userId="" providerId="" clId="Web-{9962FFA2-8EA5-4C4D-B850-B7266B0DE03E}" dt="2026-10-03T14:01:28.398" v="5" actId="34807"/>
        <pc:sldMkLst>
          <pc:docMk/>
          <pc:sldMk cId="992906569" sldId="1066"/>
        </pc:sldMkLst>
        <pc:spChg chg="del">
          <ac:chgData name="" userId="" providerId="" clId="Web-{9962FFA2-8EA5-4C4D-B850-B7266B0DE03E}" dt="2026-10-03T14:01:26.538" v="4" actId="34807"/>
          <ac:spMkLst>
            <pc:docMk/>
            <pc:sldMk cId="992906569" sldId="1066"/>
            <ac:spMk id="4341" creationId="{0770AB75-E4C1-2D7D-7CAB-2A4D75BB30B1}"/>
          </ac:spMkLst>
        </pc:spChg>
        <pc:spChg chg="del">
          <ac:chgData name="" userId="" providerId="" clId="Web-{9962FFA2-8EA5-4C4D-B850-B7266B0DE03E}" dt="2026-10-03T14:01:26.538" v="4" actId="34807"/>
          <ac:spMkLst>
            <pc:docMk/>
            <pc:sldMk cId="992906569" sldId="1066"/>
            <ac:spMk id="4526" creationId="{D29163DD-0714-9650-CD2B-E9D081A357F5}"/>
          </ac:spMkLst>
        </pc:spChg>
        <pc:spChg chg="del">
          <ac:chgData name="" userId="" providerId="" clId="Web-{9962FFA2-8EA5-4C4D-B850-B7266B0DE03E}" dt="2026-10-03T14:01:26.538" v="4" actId="34807"/>
          <ac:spMkLst>
            <pc:docMk/>
            <pc:sldMk cId="992906569" sldId="1066"/>
            <ac:spMk id="4620" creationId="{6E6F15E9-799F-AB88-7C10-13DD952D0CBE}"/>
          </ac:spMkLst>
        </pc:spChg>
        <pc:spChg chg="del">
          <ac:chgData name="" userId="" providerId="" clId="Web-{9962FFA2-8EA5-4C4D-B850-B7266B0DE03E}" dt="2026-10-03T14:01:26.538" v="4" actId="34807"/>
          <ac:spMkLst>
            <pc:docMk/>
            <pc:sldMk cId="992906569" sldId="1066"/>
            <ac:spMk id="4715" creationId="{DA7D8496-718F-8E60-781A-FBBE8632E921}"/>
          </ac:spMkLst>
        </pc:spChg>
        <pc:spChg chg="del">
          <ac:chgData name="" userId="" providerId="" clId="Web-{9962FFA2-8EA5-4C4D-B850-B7266B0DE03E}" dt="2026-10-03T14:01:26.538" v="4" actId="34807"/>
          <ac:spMkLst>
            <pc:docMk/>
            <pc:sldMk cId="992906569" sldId="1066"/>
            <ac:spMk id="4811" creationId="{74A76452-82AD-8F4E-3295-188C855AAC09}"/>
          </ac:spMkLst>
        </pc:spChg>
        <pc:spChg chg="del">
          <ac:chgData name="" userId="" providerId="" clId="Web-{9962FFA2-8EA5-4C4D-B850-B7266B0DE03E}" dt="2026-10-03T14:01:26.538" v="4" actId="34807"/>
          <ac:spMkLst>
            <pc:docMk/>
            <pc:sldMk cId="992906569" sldId="1066"/>
            <ac:spMk id="5006" creationId="{4F8C8DC7-4010-5160-D3C2-36DE725D5029}"/>
          </ac:spMkLst>
        </pc:spChg>
        <pc:spChg chg="del">
          <ac:chgData name="" userId="" providerId="" clId="Web-{9962FFA2-8EA5-4C4D-B850-B7266B0DE03E}" dt="2026-10-03T14:01:26.538" v="4" actId="34807"/>
          <ac:spMkLst>
            <pc:docMk/>
            <pc:sldMk cId="992906569" sldId="1066"/>
            <ac:spMk id="5105" creationId="{5EBA90CB-639A-6C83-AE4D-C1EB56C79FB9}"/>
          </ac:spMkLst>
        </pc:spChg>
        <pc:spChg chg="del">
          <ac:chgData name="" userId="" providerId="" clId="Web-{9962FFA2-8EA5-4C4D-B850-B7266B0DE03E}" dt="2026-10-03T14:01:26.538" v="4" actId="34807"/>
          <ac:spMkLst>
            <pc:docMk/>
            <pc:sldMk cId="992906569" sldId="1066"/>
            <ac:spMk id="5408" creationId="{8C367A1D-6AB6-CAA6-5A2C-A008BF5364AC}"/>
          </ac:spMkLst>
        </pc:spChg>
        <pc:spChg chg="del">
          <ac:chgData name="" userId="" providerId="" clId="Web-{9962FFA2-8EA5-4C4D-B850-B7266B0DE03E}" dt="2026-10-03T14:01:26.538" v="4" actId="34807"/>
          <ac:spMkLst>
            <pc:docMk/>
            <pc:sldMk cId="992906569" sldId="1066"/>
            <ac:spMk id="5720" creationId="{419F5661-E12A-F0D4-133D-7B93CBD7A225}"/>
          </ac:spMkLst>
        </pc:spChg>
        <pc:spChg chg="del">
          <ac:chgData name="" userId="" providerId="" clId="Web-{9962FFA2-8EA5-4C4D-B850-B7266B0DE03E}" dt="2026-10-03T14:01:26.538" v="4" actId="34807"/>
          <ac:spMkLst>
            <pc:docMk/>
            <pc:sldMk cId="992906569" sldId="1066"/>
            <ac:spMk id="5826" creationId="{EBD760A9-75E8-637A-73B9-41DC2158721E}"/>
          </ac:spMkLst>
        </pc:spChg>
        <pc:spChg chg="add mod">
          <ac:chgData name="" userId="" providerId="" clId="Web-{9962FFA2-8EA5-4C4D-B850-B7266B0DE03E}" dt="2026-10-03T14:01:23.648" v="3" actId="34807"/>
          <ac:spMkLst>
            <pc:docMk/>
            <pc:sldMk cId="992906569" sldId="1066"/>
            <ac:spMk id="17541" creationId="{904BAD2E-09A4-D462-1017-24DEA8421B98}"/>
          </ac:spMkLst>
        </pc:spChg>
        <pc:spChg chg="add mod">
          <ac:chgData name="" userId="" providerId="" clId="Web-{9962FFA2-8EA5-4C4D-B850-B7266B0DE03E}" dt="2026-10-03T14:01:23.648" v="3" actId="34807"/>
          <ac:spMkLst>
            <pc:docMk/>
            <pc:sldMk cId="992906569" sldId="1066"/>
            <ac:spMk id="17553" creationId="{88FEC594-387C-9D2F-2B27-8A762B2BD49C}"/>
          </ac:spMkLst>
        </pc:spChg>
        <pc:spChg chg="add mod">
          <ac:chgData name="" userId="" providerId="" clId="Web-{9962FFA2-8EA5-4C4D-B850-B7266B0DE03E}" dt="2026-10-03T14:01:23.648" v="3" actId="34807"/>
          <ac:spMkLst>
            <pc:docMk/>
            <pc:sldMk cId="992906569" sldId="1066"/>
            <ac:spMk id="17616" creationId="{52A43207-885F-9230-BB97-13A2D9D050F6}"/>
          </ac:spMkLst>
        </pc:spChg>
        <pc:spChg chg="add mod">
          <ac:chgData name="" userId="" providerId="" clId="Web-{9962FFA2-8EA5-4C4D-B850-B7266B0DE03E}" dt="2026-10-03T14:01:28.398" v="5" actId="34807"/>
          <ac:spMkLst>
            <pc:docMk/>
            <pc:sldMk cId="992906569" sldId="1066"/>
            <ac:spMk id="17629" creationId="{CC9FAA2B-3F02-CB44-C068-BB88627CD0DB}"/>
          </ac:spMkLst>
        </pc:spChg>
        <pc:spChg chg="add mod">
          <ac:chgData name="" userId="" providerId="" clId="Web-{9962FFA2-8EA5-4C4D-B850-B7266B0DE03E}" dt="2026-10-03T14:01:28.398" v="5" actId="34807"/>
          <ac:spMkLst>
            <pc:docMk/>
            <pc:sldMk cId="992906569" sldId="1066"/>
            <ac:spMk id="17643" creationId="{ED5E3FFD-ED78-121D-9EC1-E25933374391}"/>
          </ac:spMkLst>
        </pc:spChg>
        <pc:spChg chg="add mod">
          <ac:chgData name="" userId="" providerId="" clId="Web-{9962FFA2-8EA5-4C4D-B850-B7266B0DE03E}" dt="2026-10-03T14:01:28.398" v="5" actId="34807"/>
          <ac:spMkLst>
            <pc:docMk/>
            <pc:sldMk cId="992906569" sldId="1066"/>
            <ac:spMk id="17658" creationId="{1DA881D5-83AB-BA4D-F335-CCD593879D5E}"/>
          </ac:spMkLst>
        </pc:spChg>
        <pc:spChg chg="mod">
          <ac:chgData name="" userId="" providerId="" clId="Web-{9962FFA2-8EA5-4C4D-B850-B7266B0DE03E}" dt="2026-10-03T14:01:28.398" v="5" actId="34807"/>
          <ac:spMkLst>
            <pc:docMk/>
            <pc:sldMk cId="992906569" sldId="1066"/>
            <ac:spMk id="17674" creationId="{E8BB8DE5-3F5E-0C11-DAF8-6BD89D1B05B9}"/>
          </ac:spMkLst>
        </pc:spChg>
        <pc:spChg chg="mod">
          <ac:chgData name="" userId="" providerId="" clId="Web-{9962FFA2-8EA5-4C4D-B850-B7266B0DE03E}" dt="2026-10-03T14:01:28.398" v="5" actId="34807"/>
          <ac:spMkLst>
            <pc:docMk/>
            <pc:sldMk cId="992906569" sldId="1066"/>
            <ac:spMk id="17691" creationId="{DA2AE742-32A5-E2B5-7696-193F827C1E1B}"/>
          </ac:spMkLst>
        </pc:spChg>
        <pc:spChg chg="mod">
          <ac:chgData name="" userId="" providerId="" clId="Web-{9962FFA2-8EA5-4C4D-B850-B7266B0DE03E}" dt="2026-10-03T14:01:28.398" v="5" actId="34807"/>
          <ac:spMkLst>
            <pc:docMk/>
            <pc:sldMk cId="992906569" sldId="1066"/>
            <ac:spMk id="17728" creationId="{7652D32F-2AEF-1D3D-6F40-B13A18844062}"/>
          </ac:spMkLst>
        </pc:spChg>
        <pc:spChg chg="add mod">
          <ac:chgData name="" userId="" providerId="" clId="Web-{9962FFA2-8EA5-4C4D-B850-B7266B0DE03E}" dt="2026-10-03T14:01:23.648" v="3" actId="34807"/>
          <ac:spMkLst>
            <pc:docMk/>
            <pc:sldMk cId="992906569" sldId="1066"/>
            <ac:spMk id="17748" creationId="{661A0106-58A4-4882-45B4-98C325B4D99C}"/>
          </ac:spMkLst>
        </pc:spChg>
        <pc:spChg chg="mod">
          <ac:chgData name="" userId="" providerId="" clId="Web-{9962FFA2-8EA5-4C4D-B850-B7266B0DE03E}" dt="2026-10-03T14:01:28.398" v="5" actId="34807"/>
          <ac:spMkLst>
            <pc:docMk/>
            <pc:sldMk cId="992906569" sldId="1066"/>
            <ac:spMk id="17769" creationId="{D385E01F-DBBB-7364-8992-D5ACD2229C13}"/>
          </ac:spMkLst>
        </pc:spChg>
        <pc:spChg chg="add mod">
          <ac:chgData name="" userId="" providerId="" clId="Web-{9962FFA2-8EA5-4C4D-B850-B7266B0DE03E}" dt="2026-10-03T14:01:23.648" v="3" actId="34807"/>
          <ac:spMkLst>
            <pc:docMk/>
            <pc:sldMk cId="992906569" sldId="1066"/>
            <ac:spMk id="17791" creationId="{DA547520-EF74-12CA-05D6-931BA8E71386}"/>
          </ac:spMkLst>
        </pc:spChg>
        <pc:spChg chg="mod">
          <ac:chgData name="" userId="" providerId="" clId="Web-{9962FFA2-8EA5-4C4D-B850-B7266B0DE03E}" dt="2026-10-03T14:01:28.398" v="5" actId="34807"/>
          <ac:spMkLst>
            <pc:docMk/>
            <pc:sldMk cId="992906569" sldId="1066"/>
            <ac:spMk id="17814" creationId="{E9EDAE8B-B8C9-FD05-89DA-5EC234F31A23}"/>
          </ac:spMkLst>
        </pc:spChg>
        <pc:spChg chg="mod">
          <ac:chgData name="" userId="" providerId="" clId="Web-{9962FFA2-8EA5-4C4D-B850-B7266B0DE03E}" dt="2026-10-03T14:01:28.398" v="5" actId="34807"/>
          <ac:spMkLst>
            <pc:docMk/>
            <pc:sldMk cId="992906569" sldId="1066"/>
            <ac:spMk id="17863" creationId="{915FF2D0-5DFC-5A4A-2AD8-DB5A393B4068}"/>
          </ac:spMkLst>
        </pc:spChg>
        <pc:spChg chg="add mod">
          <ac:chgData name="" userId="" providerId="" clId="Web-{9962FFA2-8EA5-4C4D-B850-B7266B0DE03E}" dt="2026-10-03T14:01:28.398" v="5" actId="34807"/>
          <ac:spMkLst>
            <pc:docMk/>
            <pc:sldMk cId="992906569" sldId="1066"/>
            <ac:spMk id="17889" creationId="{C3CE4720-A2A6-52DE-3D65-72C8C7EF8BE9}"/>
          </ac:spMkLst>
        </pc:spChg>
        <pc:spChg chg="add mod">
          <ac:chgData name="" userId="" providerId="" clId="Web-{9962FFA2-8EA5-4C4D-B850-B7266B0DE03E}" dt="2026-10-03T14:01:23.648" v="3" actId="34807"/>
          <ac:spMkLst>
            <pc:docMk/>
            <pc:sldMk cId="992906569" sldId="1066"/>
            <ac:spMk id="17973" creationId="{79D3355C-9DA8-1D53-0F2E-A1FFBB6A7578}"/>
          </ac:spMkLst>
        </pc:spChg>
      </pc:sldChg>
      <pc:sldChg chg="addSp delSp modSp">
        <pc:chgData name="" userId="" providerId="" clId="Web-{9962FFA2-8EA5-4C4D-B850-B7266B0DE03E}" dt="2026-10-03T14:01:28.398" v="5" actId="34807"/>
        <pc:sldMkLst>
          <pc:docMk/>
          <pc:sldMk cId="3982248829" sldId="1271"/>
        </pc:sldMkLst>
        <pc:spChg chg="del">
          <ac:chgData name="" userId="" providerId="" clId="Web-{9962FFA2-8EA5-4C4D-B850-B7266B0DE03E}" dt="2026-10-03T14:01:26.538" v="4" actId="34807"/>
          <ac:spMkLst>
            <pc:docMk/>
            <pc:sldMk cId="3982248829" sldId="1271"/>
            <ac:spMk id="5943" creationId="{172A2C5A-22FB-5D0F-266E-55E3373844BB}"/>
          </ac:spMkLst>
        </pc:spChg>
        <pc:spChg chg="del">
          <ac:chgData name="" userId="" providerId="" clId="Web-{9962FFA2-8EA5-4C4D-B850-B7266B0DE03E}" dt="2026-10-03T14:01:26.538" v="4" actId="34807"/>
          <ac:spMkLst>
            <pc:docMk/>
            <pc:sldMk cId="3982248829" sldId="1271"/>
            <ac:spMk id="5948" creationId="{C855DC95-3F78-D3C4-0D5E-9EF74CC96FA0}"/>
          </ac:spMkLst>
        </pc:spChg>
        <pc:spChg chg="del">
          <ac:chgData name="" userId="" providerId="" clId="Web-{9962FFA2-8EA5-4C4D-B850-B7266B0DE03E}" dt="2026-10-03T14:01:26.538" v="4" actId="34807"/>
          <ac:spMkLst>
            <pc:docMk/>
            <pc:sldMk cId="3982248829" sldId="1271"/>
            <ac:spMk id="5954" creationId="{699A5803-ECC4-C084-9C78-F369B45DE756}"/>
          </ac:spMkLst>
        </pc:spChg>
        <pc:spChg chg="del">
          <ac:chgData name="" userId="" providerId="" clId="Web-{9962FFA2-8EA5-4C4D-B850-B7266B0DE03E}" dt="2026-10-03T14:01:26.538" v="4" actId="34807"/>
          <ac:spMkLst>
            <pc:docMk/>
            <pc:sldMk cId="3982248829" sldId="1271"/>
            <ac:spMk id="5978" creationId="{41E3FCF9-9ADD-0CE1-98B2-B2486D462C73}"/>
          </ac:spMkLst>
        </pc:spChg>
        <pc:spChg chg="del">
          <ac:chgData name="" userId="" providerId="" clId="Web-{9962FFA2-8EA5-4C4D-B850-B7266B0DE03E}" dt="2026-10-03T14:01:26.538" v="4" actId="34807"/>
          <ac:spMkLst>
            <pc:docMk/>
            <pc:sldMk cId="3982248829" sldId="1271"/>
            <ac:spMk id="5988" creationId="{EB8B5C2C-8056-D6F6-77A8-2B2F2ED387D8}"/>
          </ac:spMkLst>
        </pc:spChg>
        <pc:spChg chg="del">
          <ac:chgData name="" userId="" providerId="" clId="Web-{9962FFA2-8EA5-4C4D-B850-B7266B0DE03E}" dt="2026-10-03T14:01:26.538" v="4" actId="34807"/>
          <ac:spMkLst>
            <pc:docMk/>
            <pc:sldMk cId="3982248829" sldId="1271"/>
            <ac:spMk id="5999" creationId="{D7971FC2-5ECB-3676-E880-8C3A9A3C0802}"/>
          </ac:spMkLst>
        </pc:spChg>
        <pc:spChg chg="del">
          <ac:chgData name="" userId="" providerId="" clId="Web-{9962FFA2-8EA5-4C4D-B850-B7266B0DE03E}" dt="2026-10-03T14:01:26.538" v="4" actId="34807"/>
          <ac:spMkLst>
            <pc:docMk/>
            <pc:sldMk cId="3982248829" sldId="1271"/>
            <ac:spMk id="6024" creationId="{16E84E47-D33A-E2F6-F32F-F1736FBCBBF5}"/>
          </ac:spMkLst>
        </pc:spChg>
        <pc:spChg chg="del">
          <ac:chgData name="" userId="" providerId="" clId="Web-{9962FFA2-8EA5-4C4D-B850-B7266B0DE03E}" dt="2026-10-03T14:01:26.538" v="4" actId="34807"/>
          <ac:spMkLst>
            <pc:docMk/>
            <pc:sldMk cId="3982248829" sldId="1271"/>
            <ac:spMk id="6053" creationId="{8CDB4964-7668-1345-C1EA-6316DCBA5461}"/>
          </ac:spMkLst>
        </pc:spChg>
        <pc:spChg chg="del">
          <ac:chgData name="" userId="" providerId="" clId="Web-{9962FFA2-8EA5-4C4D-B850-B7266B0DE03E}" dt="2026-10-03T14:01:26.538" v="4" actId="34807"/>
          <ac:spMkLst>
            <pc:docMk/>
            <pc:sldMk cId="3982248829" sldId="1271"/>
            <ac:spMk id="6069" creationId="{6FFE9FBD-2766-F244-0CC5-34F6DAD231E6}"/>
          </ac:spMkLst>
        </pc:spChg>
        <pc:spChg chg="del">
          <ac:chgData name="" userId="" providerId="" clId="Web-{9962FFA2-8EA5-4C4D-B850-B7266B0DE03E}" dt="2026-10-03T14:01:26.538" v="4" actId="34807"/>
          <ac:spMkLst>
            <pc:docMk/>
            <pc:sldMk cId="3982248829" sldId="1271"/>
            <ac:spMk id="6104" creationId="{26A89772-8BE2-7B6B-78C7-189097AC6518}"/>
          </ac:spMkLst>
        </pc:spChg>
        <pc:spChg chg="add mod">
          <ac:chgData name="" userId="" providerId="" clId="Web-{9962FFA2-8EA5-4C4D-B850-B7266B0DE03E}" dt="2026-10-03T14:01:23.648" v="3" actId="34807"/>
          <ac:spMkLst>
            <pc:docMk/>
            <pc:sldMk cId="3982248829" sldId="1271"/>
            <ac:spMk id="18318" creationId="{E7AA8894-DFF6-44AE-E9EB-C6953A5E6ECE}"/>
          </ac:spMkLst>
        </pc:spChg>
        <pc:spChg chg="add mod">
          <ac:chgData name="" userId="" providerId="" clId="Web-{9962FFA2-8EA5-4C4D-B850-B7266B0DE03E}" dt="2026-10-03T14:01:23.648" v="3" actId="34807"/>
          <ac:spMkLst>
            <pc:docMk/>
            <pc:sldMk cId="3982248829" sldId="1271"/>
            <ac:spMk id="18441" creationId="{8BCB420E-E964-2E38-1632-CD34972104CB}"/>
          </ac:spMkLst>
        </pc:spChg>
        <pc:spChg chg="add mod">
          <ac:chgData name="" userId="" providerId="" clId="Web-{9962FFA2-8EA5-4C4D-B850-B7266B0DE03E}" dt="2026-10-03T14:01:28.398" v="5" actId="34807"/>
          <ac:spMkLst>
            <pc:docMk/>
            <pc:sldMk cId="3982248829" sldId="1271"/>
            <ac:spMk id="18666" creationId="{5266FA77-803C-8747-556B-014CF07E5834}"/>
          </ac:spMkLst>
        </pc:spChg>
        <pc:spChg chg="mod">
          <ac:chgData name="" userId="" providerId="" clId="Web-{9962FFA2-8EA5-4C4D-B850-B7266B0DE03E}" dt="2026-10-03T14:01:28.398" v="5" actId="34807"/>
          <ac:spMkLst>
            <pc:docMk/>
            <pc:sldMk cId="3982248829" sldId="1271"/>
            <ac:spMk id="18714" creationId="{0D4F4505-373D-931C-2C45-4107B3072A5E}"/>
          </ac:spMkLst>
        </pc:spChg>
        <pc:spChg chg="mod">
          <ac:chgData name="" userId="" providerId="" clId="Web-{9962FFA2-8EA5-4C4D-B850-B7266B0DE03E}" dt="2026-10-03T14:01:28.398" v="5" actId="34807"/>
          <ac:spMkLst>
            <pc:docMk/>
            <pc:sldMk cId="3982248829" sldId="1271"/>
            <ac:spMk id="18813" creationId="{7EF980DC-A7D4-4E51-E272-DE049CDD24A2}"/>
          </ac:spMkLst>
        </pc:spChg>
        <pc:spChg chg="add mod">
          <ac:chgData name="" userId="" providerId="" clId="Web-{9962FFA2-8EA5-4C4D-B850-B7266B0DE03E}" dt="2026-10-03T14:01:28.398" v="5" actId="34807"/>
          <ac:spMkLst>
            <pc:docMk/>
            <pc:sldMk cId="3982248829" sldId="1271"/>
            <ac:spMk id="18864" creationId="{34C83CBC-BB38-6B2A-92A1-60509002F36E}"/>
          </ac:spMkLst>
        </pc:spChg>
        <pc:spChg chg="mod">
          <ac:chgData name="" userId="" providerId="" clId="Web-{9962FFA2-8EA5-4C4D-B850-B7266B0DE03E}" dt="2026-10-03T14:01:28.398" v="5" actId="34807"/>
          <ac:spMkLst>
            <pc:docMk/>
            <pc:sldMk cId="3982248829" sldId="1271"/>
            <ac:spMk id="18916" creationId="{6AF43E25-F656-9DCA-F72F-0BA10AFD3585}"/>
          </ac:spMkLst>
        </pc:spChg>
        <pc:spChg chg="add mod">
          <ac:chgData name="" userId="" providerId="" clId="Web-{9962FFA2-8EA5-4C4D-B850-B7266B0DE03E}" dt="2026-10-03T14:01:28.398" v="5" actId="34807"/>
          <ac:spMkLst>
            <pc:docMk/>
            <pc:sldMk cId="3982248829" sldId="1271"/>
            <ac:spMk id="18969" creationId="{4C55AF05-D16D-49A7-4976-4EFE23ADED7B}"/>
          </ac:spMkLst>
        </pc:spChg>
        <pc:spChg chg="mod">
          <ac:chgData name="" userId="" providerId="" clId="Web-{9962FFA2-8EA5-4C4D-B850-B7266B0DE03E}" dt="2026-10-03T14:01:28.398" v="5" actId="34807"/>
          <ac:spMkLst>
            <pc:docMk/>
            <pc:sldMk cId="3982248829" sldId="1271"/>
            <ac:spMk id="19078" creationId="{BC079E39-892C-86C2-7154-DDEB4987C430}"/>
          </ac:spMkLst>
        </pc:spChg>
        <pc:spChg chg="add mod">
          <ac:chgData name="" userId="" providerId="" clId="Web-{9962FFA2-8EA5-4C4D-B850-B7266B0DE03E}" dt="2026-10-03T14:01:23.648" v="3" actId="34807"/>
          <ac:spMkLst>
            <pc:docMk/>
            <pc:sldMk cId="3982248829" sldId="1271"/>
            <ac:spMk id="19134" creationId="{E832D151-4ECB-77E4-1FCF-4D6FA4B663BF}"/>
          </ac:spMkLst>
        </pc:spChg>
        <pc:spChg chg="add mod">
          <ac:chgData name="" userId="" providerId="" clId="Web-{9962FFA2-8EA5-4C4D-B850-B7266B0DE03E}" dt="2026-10-03T14:01:28.398" v="5" actId="34807"/>
          <ac:spMkLst>
            <pc:docMk/>
            <pc:sldMk cId="3982248829" sldId="1271"/>
            <ac:spMk id="19191" creationId="{30AC75FA-546D-6CD8-B783-EF63FB844674}"/>
          </ac:spMkLst>
        </pc:spChg>
        <pc:spChg chg="mod">
          <ac:chgData name="" userId="" providerId="" clId="Web-{9962FFA2-8EA5-4C4D-B850-B7266B0DE03E}" dt="2026-10-03T14:01:28.398" v="5" actId="34807"/>
          <ac:spMkLst>
            <pc:docMk/>
            <pc:sldMk cId="3982248829" sldId="1271"/>
            <ac:spMk id="19249" creationId="{0BAE9015-A385-0DE9-5C10-6E1A8BB31536}"/>
          </ac:spMkLst>
        </pc:spChg>
        <pc:spChg chg="mod">
          <ac:chgData name="" userId="" providerId="" clId="Web-{9962FFA2-8EA5-4C4D-B850-B7266B0DE03E}" dt="2026-10-03T14:01:28.398" v="5" actId="34807"/>
          <ac:spMkLst>
            <pc:docMk/>
            <pc:sldMk cId="3982248829" sldId="1271"/>
            <ac:spMk id="19308" creationId="{8BDEBDF6-8515-1AC6-DDD5-EB3F2AFBFF60}"/>
          </ac:spMkLst>
        </pc:spChg>
        <pc:spChg chg="add mod">
          <ac:chgData name="" userId="" providerId="" clId="Web-{9962FFA2-8EA5-4C4D-B850-B7266B0DE03E}" dt="2026-10-03T14:01:23.648" v="3" actId="34807"/>
          <ac:spMkLst>
            <pc:docMk/>
            <pc:sldMk cId="3982248829" sldId="1271"/>
            <ac:spMk id="19368" creationId="{15ECE6E4-C1B2-E814-BD7E-14FE43DEC4A1}"/>
          </ac:spMkLst>
        </pc:spChg>
        <pc:spChg chg="add mod">
          <ac:chgData name="" userId="" providerId="" clId="Web-{9962FFA2-8EA5-4C4D-B850-B7266B0DE03E}" dt="2026-10-03T14:01:23.648" v="3" actId="34807"/>
          <ac:spMkLst>
            <pc:docMk/>
            <pc:sldMk cId="3982248829" sldId="1271"/>
            <ac:spMk id="19429" creationId="{12D632DD-F4A9-3A85-1257-88E8BB2CC170}"/>
          </ac:spMkLst>
        </pc:spChg>
        <pc:spChg chg="add mod">
          <ac:chgData name="" userId="" providerId="" clId="Web-{9962FFA2-8EA5-4C4D-B850-B7266B0DE03E}" dt="2026-10-03T14:01:23.648" v="3" actId="34807"/>
          <ac:spMkLst>
            <pc:docMk/>
            <pc:sldMk cId="3982248829" sldId="1271"/>
            <ac:spMk id="19491" creationId="{7C5A6283-A88D-3E82-6215-44BBFEA93C8E}"/>
          </ac:spMkLst>
        </pc:spChg>
      </pc:sldChg>
      <pc:sldChg chg="addSp delSp modSp">
        <pc:chgData name="" userId="" providerId="" clId="Web-{9962FFA2-8EA5-4C4D-B850-B7266B0DE03E}" dt="2026-10-03T14:01:28.398" v="5" actId="34807"/>
        <pc:sldMkLst>
          <pc:docMk/>
          <pc:sldMk cId="2422962467" sldId="1477"/>
        </pc:sldMkLst>
        <pc:spChg chg="del">
          <ac:chgData name="" userId="" providerId="" clId="Web-{9962FFA2-8EA5-4C4D-B850-B7266B0DE03E}" dt="2026-10-03T14:01:26.538" v="4" actId="34807"/>
          <ac:spMkLst>
            <pc:docMk/>
            <pc:sldMk cId="2422962467" sldId="1477"/>
            <ac:spMk id="6123" creationId="{FDFC04CD-A82B-D9CB-A8BC-E172C465373A}"/>
          </ac:spMkLst>
        </pc:spChg>
        <pc:spChg chg="del">
          <ac:chgData name="" userId="" providerId="" clId="Web-{9962FFA2-8EA5-4C4D-B850-B7266B0DE03E}" dt="2026-10-03T14:01:26.538" v="4" actId="34807"/>
          <ac:spMkLst>
            <pc:docMk/>
            <pc:sldMk cId="2422962467" sldId="1477"/>
            <ac:spMk id="6143" creationId="{0E4C078B-81E7-63B7-B784-FF3589A7EC11}"/>
          </ac:spMkLst>
        </pc:spChg>
        <pc:spChg chg="del">
          <ac:chgData name="" userId="" providerId="" clId="Web-{9962FFA2-8EA5-4C4D-B850-B7266B0DE03E}" dt="2026-10-03T14:01:26.538" v="4" actId="34807"/>
          <ac:spMkLst>
            <pc:docMk/>
            <pc:sldMk cId="2422962467" sldId="1477"/>
            <ac:spMk id="6186" creationId="{C71136D8-54EA-25EF-44E0-8BEB42BFAA07}"/>
          </ac:spMkLst>
        </pc:spChg>
        <pc:spChg chg="del">
          <ac:chgData name="" userId="" providerId="" clId="Web-{9962FFA2-8EA5-4C4D-B850-B7266B0DE03E}" dt="2026-10-03T14:01:26.538" v="4" actId="34807"/>
          <ac:spMkLst>
            <pc:docMk/>
            <pc:sldMk cId="2422962467" sldId="1477"/>
            <ac:spMk id="6258" creationId="{C95B62A5-301D-7A3F-5C20-2F8441D000E3}"/>
          </ac:spMkLst>
        </pc:spChg>
        <pc:spChg chg="del">
          <ac:chgData name="" userId="" providerId="" clId="Web-{9962FFA2-8EA5-4C4D-B850-B7266B0DE03E}" dt="2026-10-03T14:01:26.538" v="4" actId="34807"/>
          <ac:spMkLst>
            <pc:docMk/>
            <pc:sldMk cId="2422962467" sldId="1477"/>
            <ac:spMk id="6311" creationId="{BE1D1E42-761D-7D7F-C7EC-E79830905F56}"/>
          </ac:spMkLst>
        </pc:spChg>
        <pc:spChg chg="del">
          <ac:chgData name="" userId="" providerId="" clId="Web-{9962FFA2-8EA5-4C4D-B850-B7266B0DE03E}" dt="2026-10-03T14:01:26.538" v="4" actId="34807"/>
          <ac:spMkLst>
            <pc:docMk/>
            <pc:sldMk cId="2422962467" sldId="1477"/>
            <ac:spMk id="6368" creationId="{3F7EB2AB-47A2-919C-1F88-213354A9BF33}"/>
          </ac:spMkLst>
        </pc:spChg>
        <pc:spChg chg="del">
          <ac:chgData name="" userId="" providerId="" clId="Web-{9962FFA2-8EA5-4C4D-B850-B7266B0DE03E}" dt="2026-10-03T14:01:26.538" v="4" actId="34807"/>
          <ac:spMkLst>
            <pc:docMk/>
            <pc:sldMk cId="2422962467" sldId="1477"/>
            <ac:spMk id="6398" creationId="{E7EE1697-C6BA-094F-7C3D-87F5B86617E0}"/>
          </ac:spMkLst>
        </pc:spChg>
        <pc:spChg chg="del">
          <ac:chgData name="" userId="" providerId="" clId="Web-{9962FFA2-8EA5-4C4D-B850-B7266B0DE03E}" dt="2026-10-03T14:01:26.538" v="4" actId="34807"/>
          <ac:spMkLst>
            <pc:docMk/>
            <pc:sldMk cId="2422962467" sldId="1477"/>
            <ac:spMk id="6494" creationId="{BC428000-60CF-6E99-85B0-0B95BB41E6D6}"/>
          </ac:spMkLst>
        </pc:spChg>
        <pc:spChg chg="del">
          <ac:chgData name="" userId="" providerId="" clId="Web-{9962FFA2-8EA5-4C4D-B850-B7266B0DE03E}" dt="2026-10-03T14:01:26.538" v="4" actId="34807"/>
          <ac:spMkLst>
            <pc:docMk/>
            <pc:sldMk cId="2422962467" sldId="1477"/>
            <ac:spMk id="6528" creationId="{C2AAA3E1-B40B-A611-4745-158A9F7C8A25}"/>
          </ac:spMkLst>
        </pc:spChg>
        <pc:spChg chg="del">
          <ac:chgData name="" userId="" providerId="" clId="Web-{9962FFA2-8EA5-4C4D-B850-B7266B0DE03E}" dt="2026-10-03T14:01:26.538" v="4" actId="34807"/>
          <ac:spMkLst>
            <pc:docMk/>
            <pc:sldMk cId="2422962467" sldId="1477"/>
            <ac:spMk id="6599" creationId="{78EB7D1A-9160-0A2A-A341-A3EF0528FA95}"/>
          </ac:spMkLst>
        </pc:spChg>
        <pc:spChg chg="add mod">
          <ac:chgData name="" userId="" providerId="" clId="Web-{9962FFA2-8EA5-4C4D-B850-B7266B0DE03E}" dt="2026-10-03T14:01:23.648" v="3" actId="34807"/>
          <ac:spMkLst>
            <pc:docMk/>
            <pc:sldMk cId="2422962467" sldId="1477"/>
            <ac:spMk id="19884" creationId="{4949D199-067C-8322-E893-2EA0F3A3BB46}"/>
          </ac:spMkLst>
        </pc:spChg>
        <pc:spChg chg="add mod">
          <ac:chgData name="" userId="" providerId="" clId="Web-{9962FFA2-8EA5-4C4D-B850-B7266B0DE03E}" dt="2026-10-03T14:01:23.648" v="3" actId="34807"/>
          <ac:spMkLst>
            <pc:docMk/>
            <pc:sldMk cId="2422962467" sldId="1477"/>
            <ac:spMk id="20166" creationId="{5A29478C-4478-262E-01BD-EC724F72F155}"/>
          </ac:spMkLst>
        </pc:spChg>
        <pc:spChg chg="add mod">
          <ac:chgData name="" userId="" providerId="" clId="Web-{9962FFA2-8EA5-4C4D-B850-B7266B0DE03E}" dt="2026-10-03T14:01:23.648" v="3" actId="34807"/>
          <ac:spMkLst>
            <pc:docMk/>
            <pc:sldMk cId="2422962467" sldId="1477"/>
            <ac:spMk id="20388" creationId="{07336596-71F8-2CC6-493B-E6099119FE25}"/>
          </ac:spMkLst>
        </pc:spChg>
        <pc:spChg chg="mod">
          <ac:chgData name="" userId="" providerId="" clId="Web-{9962FFA2-8EA5-4C4D-B850-B7266B0DE03E}" dt="2026-10-03T14:01:28.398" v="5" actId="34807"/>
          <ac:spMkLst>
            <pc:docMk/>
            <pc:sldMk cId="2422962467" sldId="1477"/>
            <ac:spMk id="20698" creationId="{1122307D-B127-ACDA-614C-344733C1FA1C}"/>
          </ac:spMkLst>
        </pc:spChg>
        <pc:spChg chg="mod">
          <ac:chgData name="" userId="" providerId="" clId="Web-{9962FFA2-8EA5-4C4D-B850-B7266B0DE03E}" dt="2026-10-03T14:01:28.398" v="5" actId="34807"/>
          <ac:spMkLst>
            <pc:docMk/>
            <pc:sldMk cId="2422962467" sldId="1477"/>
            <ac:spMk id="20778" creationId="{BD535275-C3C6-D37C-90B4-5DE17193DAF1}"/>
          </ac:spMkLst>
        </pc:spChg>
        <pc:spChg chg="mod">
          <ac:chgData name="" userId="" providerId="" clId="Web-{9962FFA2-8EA5-4C4D-B850-B7266B0DE03E}" dt="2026-10-03T14:01:28.398" v="5" actId="34807"/>
          <ac:spMkLst>
            <pc:docMk/>
            <pc:sldMk cId="2422962467" sldId="1477"/>
            <ac:spMk id="20941" creationId="{D6B5E681-8D23-6590-1E4C-65538FB39035}"/>
          </ac:spMkLst>
        </pc:spChg>
        <pc:spChg chg="add mod">
          <ac:chgData name="" userId="" providerId="" clId="Web-{9962FFA2-8EA5-4C4D-B850-B7266B0DE03E}" dt="2026-10-03T14:01:23.648" v="3" actId="34807"/>
          <ac:spMkLst>
            <pc:docMk/>
            <pc:sldMk cId="2422962467" sldId="1477"/>
            <ac:spMk id="21024" creationId="{CDF34319-07D2-0C77-30B0-55425EC0F663}"/>
          </ac:spMkLst>
        </pc:spChg>
        <pc:spChg chg="mod">
          <ac:chgData name="" userId="" providerId="" clId="Web-{9962FFA2-8EA5-4C4D-B850-B7266B0DE03E}" dt="2026-10-03T14:01:28.398" v="5" actId="34807"/>
          <ac:spMkLst>
            <pc:docMk/>
            <pc:sldMk cId="2422962467" sldId="1477"/>
            <ac:spMk id="21108" creationId="{F17EF1D2-7013-22D3-7736-66CFDDC52528}"/>
          </ac:spMkLst>
        </pc:spChg>
        <pc:spChg chg="mod">
          <ac:chgData name="" userId="" providerId="" clId="Web-{9962FFA2-8EA5-4C4D-B850-B7266B0DE03E}" dt="2026-10-03T14:01:28.398" v="5" actId="34807"/>
          <ac:spMkLst>
            <pc:docMk/>
            <pc:sldMk cId="2422962467" sldId="1477"/>
            <ac:spMk id="21193" creationId="{71436277-0F03-51AD-1F75-3290A8F79226}"/>
          </ac:spMkLst>
        </pc:spChg>
        <pc:spChg chg="mod">
          <ac:chgData name="" userId="" providerId="" clId="Web-{9962FFA2-8EA5-4C4D-B850-B7266B0DE03E}" dt="2026-10-03T14:01:28.398" v="5" actId="34807"/>
          <ac:spMkLst>
            <pc:docMk/>
            <pc:sldMk cId="2422962467" sldId="1477"/>
            <ac:spMk id="21279" creationId="{4F727AF8-B191-82C2-55BC-CCC27FB8917B}"/>
          </ac:spMkLst>
        </pc:spChg>
        <pc:spChg chg="mod">
          <ac:chgData name="" userId="" providerId="" clId="Web-{9962FFA2-8EA5-4C4D-B850-B7266B0DE03E}" dt="2026-10-03T14:01:28.398" v="5" actId="34807"/>
          <ac:spMkLst>
            <pc:docMk/>
            <pc:sldMk cId="2422962467" sldId="1477"/>
            <ac:spMk id="21366" creationId="{4C8EB509-B4DB-9353-FF0F-56F4F803C936}"/>
          </ac:spMkLst>
        </pc:spChg>
        <pc:spChg chg="add mod">
          <ac:chgData name="" userId="" providerId="" clId="Web-{9962FFA2-8EA5-4C4D-B850-B7266B0DE03E}" dt="2026-10-03T14:01:23.648" v="3" actId="34807"/>
          <ac:spMkLst>
            <pc:docMk/>
            <pc:sldMk cId="2422962467" sldId="1477"/>
            <ac:spMk id="21454" creationId="{B8FD14B2-3104-C651-57B0-F465BE247D5D}"/>
          </ac:spMkLst>
        </pc:spChg>
        <pc:spChg chg="add mod">
          <ac:chgData name="" userId="" providerId="" clId="Web-{9962FFA2-8EA5-4C4D-B850-B7266B0DE03E}" dt="2026-10-03T14:01:23.648" v="3" actId="34807"/>
          <ac:spMkLst>
            <pc:docMk/>
            <pc:sldMk cId="2422962467" sldId="1477"/>
            <ac:spMk id="21543" creationId="{31AEA0CB-1DEF-E2F9-2842-EA819C87AD1D}"/>
          </ac:spMkLst>
        </pc:spChg>
        <pc:spChg chg="add mod">
          <ac:chgData name="" userId="" providerId="" clId="Web-{9962FFA2-8EA5-4C4D-B850-B7266B0DE03E}" dt="2026-10-03T14:01:28.398" v="5" actId="34807"/>
          <ac:spMkLst>
            <pc:docMk/>
            <pc:sldMk cId="2422962467" sldId="1477"/>
            <ac:spMk id="21633" creationId="{2C4DA15A-441F-3686-54AB-2F11D95CB745}"/>
          </ac:spMkLst>
        </pc:spChg>
        <pc:spChg chg="add mod">
          <ac:chgData name="" userId="" providerId="" clId="Web-{9962FFA2-8EA5-4C4D-B850-B7266B0DE03E}" dt="2026-10-03T14:01:28.398" v="5" actId="34807"/>
          <ac:spMkLst>
            <pc:docMk/>
            <pc:sldMk cId="2422962467" sldId="1477"/>
            <ac:spMk id="21724" creationId="{B307ED7F-2040-0D56-EABE-5C795F82A67B}"/>
          </ac:spMkLst>
        </pc:spChg>
        <pc:spChg chg="mod">
          <ac:chgData name="" userId="" providerId="" clId="Web-{9962FFA2-8EA5-4C4D-B850-B7266B0DE03E}" dt="2026-10-03T14:01:28.398" v="5" actId="34807"/>
          <ac:spMkLst>
            <pc:docMk/>
            <pc:sldMk cId="2422962467" sldId="1477"/>
            <ac:spMk id="21816" creationId="{E5272C9D-FE1D-82E4-29A7-CB72B4B07F33}"/>
          </ac:spMkLst>
        </pc:spChg>
        <pc:spChg chg="add mod">
          <ac:chgData name="" userId="" providerId="" clId="Web-{9962FFA2-8EA5-4C4D-B850-B7266B0DE03E}" dt="2026-10-03T14:01:23.648" v="3" actId="34807"/>
          <ac:spMkLst>
            <pc:docMk/>
            <pc:sldMk cId="2422962467" sldId="1477"/>
            <ac:spMk id="22194" creationId="{AFFFCB42-FEB4-A5BA-91C8-C68F67B03685}"/>
          </ac:spMkLst>
        </pc:spChg>
        <pc:spChg chg="add mod">
          <ac:chgData name="" userId="" providerId="" clId="Web-{9962FFA2-8EA5-4C4D-B850-B7266B0DE03E}" dt="2026-10-03T14:01:23.648" v="3" actId="34807"/>
          <ac:spMkLst>
            <pc:docMk/>
            <pc:sldMk cId="2422962467" sldId="1477"/>
            <ac:spMk id="22291" creationId="{E260CD27-DE0A-A796-8AB2-0B09C7A1D2CF}"/>
          </ac:spMkLst>
        </pc:spChg>
      </pc:sldChg>
      <pc:sldChg chg="addSp delSp modSp">
        <pc:chgData name="" userId="" providerId="" clId="Web-{9962FFA2-8EA5-4C4D-B850-B7266B0DE03E}" dt="2026-10-03T14:01:28.398" v="5" actId="34807"/>
        <pc:sldMkLst>
          <pc:docMk/>
          <pc:sldMk cId="2552208562" sldId="1684"/>
        </pc:sldMkLst>
        <pc:spChg chg="del">
          <ac:chgData name="" userId="" providerId="" clId="Web-{9962FFA2-8EA5-4C4D-B850-B7266B0DE03E}" dt="2026-10-03T14:01:26.538" v="4" actId="34807"/>
          <ac:spMkLst>
            <pc:docMk/>
            <pc:sldMk cId="2552208562" sldId="1684"/>
            <ac:spMk id="6636" creationId="{2C9210E8-0C43-8833-801E-4F198EEAEE0A}"/>
          </ac:spMkLst>
        </pc:spChg>
        <pc:spChg chg="del">
          <ac:chgData name="" userId="" providerId="" clId="Web-{9962FFA2-8EA5-4C4D-B850-B7266B0DE03E}" dt="2026-10-03T14:01:26.538" v="4" actId="34807"/>
          <ac:spMkLst>
            <pc:docMk/>
            <pc:sldMk cId="2552208562" sldId="1684"/>
            <ac:spMk id="6674" creationId="{B75F4C5E-6F94-76B1-41DD-783D809071F9}"/>
          </ac:spMkLst>
        </pc:spChg>
        <pc:spChg chg="del">
          <ac:chgData name="" userId="" providerId="" clId="Web-{9962FFA2-8EA5-4C4D-B850-B7266B0DE03E}" dt="2026-10-03T14:01:26.538" v="4" actId="34807"/>
          <ac:spMkLst>
            <pc:docMk/>
            <pc:sldMk cId="2552208562" sldId="1684"/>
            <ac:spMk id="6713" creationId="{9D558F38-30BB-A3C4-1D6A-C03F916C3E04}"/>
          </ac:spMkLst>
        </pc:spChg>
        <pc:spChg chg="del">
          <ac:chgData name="" userId="" providerId="" clId="Web-{9962FFA2-8EA5-4C4D-B850-B7266B0DE03E}" dt="2026-10-03T14:01:26.538" v="4" actId="34807"/>
          <ac:spMkLst>
            <pc:docMk/>
            <pc:sldMk cId="2552208562" sldId="1684"/>
            <ac:spMk id="6753" creationId="{B5948766-C892-C758-A142-541DE7A2867F}"/>
          </ac:spMkLst>
        </pc:spChg>
        <pc:spChg chg="del">
          <ac:chgData name="" userId="" providerId="" clId="Web-{9962FFA2-8EA5-4C4D-B850-B7266B0DE03E}" dt="2026-10-03T14:01:26.538" v="4" actId="34807"/>
          <ac:spMkLst>
            <pc:docMk/>
            <pc:sldMk cId="2552208562" sldId="1684"/>
            <ac:spMk id="6794" creationId="{6C8E6D35-9F82-2E39-8FE3-00905170501C}"/>
          </ac:spMkLst>
        </pc:spChg>
        <pc:spChg chg="del">
          <ac:chgData name="" userId="" providerId="" clId="Web-{9962FFA2-8EA5-4C4D-B850-B7266B0DE03E}" dt="2026-10-03T14:01:26.538" v="4" actId="34807"/>
          <ac:spMkLst>
            <pc:docMk/>
            <pc:sldMk cId="2552208562" sldId="1684"/>
            <ac:spMk id="6923" creationId="{0A881398-4D4E-1C4C-43EA-183FDD917629}"/>
          </ac:spMkLst>
        </pc:spChg>
        <pc:spChg chg="del">
          <ac:chgData name="" userId="" providerId="" clId="Web-{9962FFA2-8EA5-4C4D-B850-B7266B0DE03E}" dt="2026-10-03T14:01:26.538" v="4" actId="34807"/>
          <ac:spMkLst>
            <pc:docMk/>
            <pc:sldMk cId="2552208562" sldId="1684"/>
            <ac:spMk id="6968" creationId="{03698A93-FD40-8C3F-A79E-C8E4D5297811}"/>
          </ac:spMkLst>
        </pc:spChg>
        <pc:spChg chg="del">
          <ac:chgData name="" userId="" providerId="" clId="Web-{9962FFA2-8EA5-4C4D-B850-B7266B0DE03E}" dt="2026-10-03T14:01:26.538" v="4" actId="34807"/>
          <ac:spMkLst>
            <pc:docMk/>
            <pc:sldMk cId="2552208562" sldId="1684"/>
            <ac:spMk id="7158" creationId="{7F1B65A3-564D-8E6F-2FA1-3F2F0457D512}"/>
          </ac:spMkLst>
        </pc:spChg>
        <pc:spChg chg="del">
          <ac:chgData name="" userId="" providerId="" clId="Web-{9962FFA2-8EA5-4C4D-B850-B7266B0DE03E}" dt="2026-10-03T14:01:26.538" v="4" actId="34807"/>
          <ac:spMkLst>
            <pc:docMk/>
            <pc:sldMk cId="2552208562" sldId="1684"/>
            <ac:spMk id="7208" creationId="{53100D74-9C2B-C84F-B13E-BA9B5C0357A3}"/>
          </ac:spMkLst>
        </pc:spChg>
        <pc:spChg chg="del">
          <ac:chgData name="" userId="" providerId="" clId="Web-{9962FFA2-8EA5-4C4D-B850-B7266B0DE03E}" dt="2026-10-03T14:01:26.538" v="4" actId="34807"/>
          <ac:spMkLst>
            <pc:docMk/>
            <pc:sldMk cId="2552208562" sldId="1684"/>
            <ac:spMk id="7259" creationId="{F98DF09F-F239-9F93-68AD-192918C89127}"/>
          </ac:spMkLst>
        </pc:spChg>
        <pc:spChg chg="add mod">
          <ac:chgData name="" userId="" providerId="" clId="Web-{9962FFA2-8EA5-4C4D-B850-B7266B0DE03E}" dt="2026-10-03T14:01:23.648" v="3" actId="34807"/>
          <ac:spMkLst>
            <pc:docMk/>
            <pc:sldMk cId="2552208562" sldId="1684"/>
            <ac:spMk id="22588" creationId="{7D1FB248-9382-6FF6-386E-F7466F9327EB}"/>
          </ac:spMkLst>
        </pc:spChg>
        <pc:spChg chg="add mod">
          <ac:chgData name="" userId="" providerId="" clId="Web-{9962FFA2-8EA5-4C4D-B850-B7266B0DE03E}" dt="2026-10-03T14:01:23.648" v="3" actId="34807"/>
          <ac:spMkLst>
            <pc:docMk/>
            <pc:sldMk cId="2552208562" sldId="1684"/>
            <ac:spMk id="22894" creationId="{4EF000A4-3A67-BA42-0293-3735A3293604}"/>
          </ac:spMkLst>
        </pc:spChg>
        <pc:spChg chg="add mod">
          <ac:chgData name="" userId="" providerId="" clId="Web-{9962FFA2-8EA5-4C4D-B850-B7266B0DE03E}" dt="2026-10-03T14:01:23.648" v="3" actId="34807"/>
          <ac:spMkLst>
            <pc:docMk/>
            <pc:sldMk cId="2552208562" sldId="1684"/>
            <ac:spMk id="22998" creationId="{FC1F2EC3-7197-2F48-7A52-2F7706919FEE}"/>
          </ac:spMkLst>
        </pc:spChg>
        <pc:spChg chg="add mod">
          <ac:chgData name="" userId="" providerId="" clId="Web-{9962FFA2-8EA5-4C4D-B850-B7266B0DE03E}" dt="2026-10-03T14:01:23.648" v="3" actId="34807"/>
          <ac:spMkLst>
            <pc:docMk/>
            <pc:sldMk cId="2552208562" sldId="1684"/>
            <ac:spMk id="23424" creationId="{83884623-5346-F5F6-D553-02EEE0F6CA70}"/>
          </ac:spMkLst>
        </pc:spChg>
        <pc:spChg chg="add mod">
          <ac:chgData name="" userId="" providerId="" clId="Web-{9962FFA2-8EA5-4C4D-B850-B7266B0DE03E}" dt="2026-10-03T14:01:23.648" v="3" actId="34807"/>
          <ac:spMkLst>
            <pc:docMk/>
            <pc:sldMk cId="2552208562" sldId="1684"/>
            <ac:spMk id="23754" creationId="{B6E73F9F-E75A-62C7-43B5-CAB73A97265F}"/>
          </ac:spMkLst>
        </pc:spChg>
        <pc:spChg chg="add mod">
          <ac:chgData name="" userId="" providerId="" clId="Web-{9962FFA2-8EA5-4C4D-B850-B7266B0DE03E}" dt="2026-10-03T14:01:28.398" v="5" actId="34807"/>
          <ac:spMkLst>
            <pc:docMk/>
            <pc:sldMk cId="2552208562" sldId="1684"/>
            <ac:spMk id="23866" creationId="{ED712475-A2BA-5E11-9AC5-1D58ACBFF386}"/>
          </ac:spMkLst>
        </pc:spChg>
        <pc:spChg chg="mod">
          <ac:chgData name="" userId="" providerId="" clId="Web-{9962FFA2-8EA5-4C4D-B850-B7266B0DE03E}" dt="2026-10-03T14:01:28.398" v="5" actId="34807"/>
          <ac:spMkLst>
            <pc:docMk/>
            <pc:sldMk cId="2552208562" sldId="1684"/>
            <ac:spMk id="23979" creationId="{86D9D3A4-71DE-150D-C4DE-9E4C4FBC5EF1}"/>
          </ac:spMkLst>
        </pc:spChg>
        <pc:spChg chg="mod">
          <ac:chgData name="" userId="" providerId="" clId="Web-{9962FFA2-8EA5-4C4D-B850-B7266B0DE03E}" dt="2026-10-03T14:01:28.398" v="5" actId="34807"/>
          <ac:spMkLst>
            <pc:docMk/>
            <pc:sldMk cId="2552208562" sldId="1684"/>
            <ac:spMk id="24093" creationId="{3CF0E6EA-80B7-E5D3-9A64-3EC7A36C55F7}"/>
          </ac:spMkLst>
        </pc:spChg>
        <pc:spChg chg="mod">
          <ac:chgData name="" userId="" providerId="" clId="Web-{9962FFA2-8EA5-4C4D-B850-B7266B0DE03E}" dt="2026-10-03T14:01:28.398" v="5" actId="34807"/>
          <ac:spMkLst>
            <pc:docMk/>
            <pc:sldMk cId="2552208562" sldId="1684"/>
            <ac:spMk id="24324" creationId="{348417A2-564D-1CEE-D271-8572970D49AF}"/>
          </ac:spMkLst>
        </pc:spChg>
        <pc:spChg chg="add mod">
          <ac:chgData name="" userId="" providerId="" clId="Web-{9962FFA2-8EA5-4C4D-B850-B7266B0DE03E}" dt="2026-10-03T14:01:28.398" v="5" actId="34807"/>
          <ac:spMkLst>
            <pc:docMk/>
            <pc:sldMk cId="2552208562" sldId="1684"/>
            <ac:spMk id="24559" creationId="{B80B9E7D-3651-551B-F7CE-1CA6CD21026A}"/>
          </ac:spMkLst>
        </pc:spChg>
        <pc:spChg chg="add mod">
          <ac:chgData name="" userId="" providerId="" clId="Web-{9962FFA2-8EA5-4C4D-B850-B7266B0DE03E}" dt="2026-10-03T14:01:28.398" v="5" actId="34807"/>
          <ac:spMkLst>
            <pc:docMk/>
            <pc:sldMk cId="2552208562" sldId="1684"/>
            <ac:spMk id="24678" creationId="{73C0E58E-D6E1-A42E-E19F-6E72743EBE3B}"/>
          </ac:spMkLst>
        </pc:spChg>
        <pc:spChg chg="add mod">
          <ac:chgData name="" userId="" providerId="" clId="Web-{9962FFA2-8EA5-4C4D-B850-B7266B0DE03E}" dt="2026-10-03T14:01:28.398" v="5" actId="34807"/>
          <ac:spMkLst>
            <pc:docMk/>
            <pc:sldMk cId="2552208562" sldId="1684"/>
            <ac:spMk id="24798" creationId="{F88EBA04-F71B-C2DB-09AB-447A30FDC9D0}"/>
          </ac:spMkLst>
        </pc:spChg>
        <pc:spChg chg="mod">
          <ac:chgData name="" userId="" providerId="" clId="Web-{9962FFA2-8EA5-4C4D-B850-B7266B0DE03E}" dt="2026-10-03T14:01:28.398" v="5" actId="34807"/>
          <ac:spMkLst>
            <pc:docMk/>
            <pc:sldMk cId="2552208562" sldId="1684"/>
            <ac:spMk id="24919" creationId="{A8812CF8-D1CB-B1EC-65C3-F1A8F9364273}"/>
          </ac:spMkLst>
        </pc:spChg>
        <pc:spChg chg="mod">
          <ac:chgData name="" userId="" providerId="" clId="Web-{9962FFA2-8EA5-4C4D-B850-B7266B0DE03E}" dt="2026-10-03T14:01:28.398" v="5" actId="34807"/>
          <ac:spMkLst>
            <pc:docMk/>
            <pc:sldMk cId="2552208562" sldId="1684"/>
            <ac:spMk id="25041" creationId="{6C2F1F0A-11A8-689A-ED76-10CE87DF0D98}"/>
          </ac:spMkLst>
        </pc:spChg>
        <pc:spChg chg="mod">
          <ac:chgData name="" userId="" providerId="" clId="Web-{9962FFA2-8EA5-4C4D-B850-B7266B0DE03E}" dt="2026-10-03T14:01:28.398" v="5" actId="34807"/>
          <ac:spMkLst>
            <pc:docMk/>
            <pc:sldMk cId="2552208562" sldId="1684"/>
            <ac:spMk id="25164" creationId="{4D4B1572-D118-DAD7-8DE0-9C7F89F465EB}"/>
          </ac:spMkLst>
        </pc:spChg>
        <pc:spChg chg="add mod">
          <ac:chgData name="" userId="" providerId="" clId="Web-{9962FFA2-8EA5-4C4D-B850-B7266B0DE03E}" dt="2026-10-03T14:01:23.648" v="3" actId="34807"/>
          <ac:spMkLst>
            <pc:docMk/>
            <pc:sldMk cId="2552208562" sldId="1684"/>
            <ac:spMk id="25288" creationId="{CE6601B5-4426-7C80-FAD9-6F068A9DC24C}"/>
          </ac:spMkLst>
        </pc:spChg>
      </pc:sldChg>
      <pc:sldChg chg="addSp delSp modSp">
        <pc:chgData name="" userId="" providerId="" clId="Web-{9962FFA2-8EA5-4C4D-B850-B7266B0DE03E}" dt="2026-10-03T14:01:28.398" v="5" actId="34807"/>
        <pc:sldMkLst>
          <pc:docMk/>
          <pc:sldMk cId="2442347134" sldId="1892"/>
        </pc:sldMkLst>
        <pc:spChg chg="del">
          <ac:chgData name="" userId="" providerId="" clId="Web-{9962FFA2-8EA5-4C4D-B850-B7266B0DE03E}" dt="2026-10-03T14:01:26.538" v="4" actId="34807"/>
          <ac:spMkLst>
            <pc:docMk/>
            <pc:sldMk cId="2442347134" sldId="1892"/>
            <ac:spMk id="7473" creationId="{44F5C3E8-39A5-31CB-7689-785F7938AB8F}"/>
          </ac:spMkLst>
        </pc:spChg>
        <pc:spChg chg="del">
          <ac:chgData name="" userId="" providerId="" clId="Web-{9962FFA2-8EA5-4C4D-B850-B7266B0DE03E}" dt="2026-10-03T14:01:26.538" v="4" actId="34807"/>
          <ac:spMkLst>
            <pc:docMk/>
            <pc:sldMk cId="2442347134" sldId="1892"/>
            <ac:spMk id="7644" creationId="{BF3815DB-23A1-5313-5EB9-F29E307EEDC1}"/>
          </ac:spMkLst>
        </pc:spChg>
        <pc:spChg chg="del">
          <ac:chgData name="" userId="" providerId="" clId="Web-{9962FFA2-8EA5-4C4D-B850-B7266B0DE03E}" dt="2026-10-03T14:01:26.538" v="4" actId="34807"/>
          <ac:spMkLst>
            <pc:docMk/>
            <pc:sldMk cId="2442347134" sldId="1892"/>
            <ac:spMk id="7703" creationId="{25D65CAE-130B-E5D9-591D-1C650E159C57}"/>
          </ac:spMkLst>
        </pc:spChg>
        <pc:spChg chg="del">
          <ac:chgData name="" userId="" providerId="" clId="Web-{9962FFA2-8EA5-4C4D-B850-B7266B0DE03E}" dt="2026-10-03T14:01:26.538" v="4" actId="34807"/>
          <ac:spMkLst>
            <pc:docMk/>
            <pc:sldMk cId="2442347134" sldId="1892"/>
            <ac:spMk id="7824" creationId="{186B25FE-FC36-4064-2CEA-E00C584F9590}"/>
          </ac:spMkLst>
        </pc:spChg>
        <pc:spChg chg="del">
          <ac:chgData name="" userId="" providerId="" clId="Web-{9962FFA2-8EA5-4C4D-B850-B7266B0DE03E}" dt="2026-10-03T14:01:26.538" v="4" actId="34807"/>
          <ac:spMkLst>
            <pc:docMk/>
            <pc:sldMk cId="2442347134" sldId="1892"/>
            <ac:spMk id="8013" creationId="{AE3B4AAB-90A8-836A-2DD4-4A056C852979}"/>
          </ac:spMkLst>
        </pc:spChg>
        <pc:spChg chg="del">
          <ac:chgData name="" userId="" providerId="" clId="Web-{9962FFA2-8EA5-4C4D-B850-B7266B0DE03E}" dt="2026-10-03T14:01:26.538" v="4" actId="34807"/>
          <ac:spMkLst>
            <pc:docMk/>
            <pc:sldMk cId="2442347134" sldId="1892"/>
            <ac:spMk id="8859" creationId="{6171BDC0-884B-9769-D365-1A64D2E836FC}"/>
          </ac:spMkLst>
        </pc:spChg>
        <pc:spChg chg="del">
          <ac:chgData name="" userId="" providerId="" clId="Web-{9962FFA2-8EA5-4C4D-B850-B7266B0DE03E}" dt="2026-10-03T14:01:26.538" v="4" actId="34807"/>
          <ac:spMkLst>
            <pc:docMk/>
            <pc:sldMk cId="2442347134" sldId="1892"/>
            <ac:spMk id="8936" creationId="{8A522EB6-2A17-CD47-C579-04FCC6618505}"/>
          </ac:spMkLst>
        </pc:spChg>
        <pc:spChg chg="del">
          <ac:chgData name="" userId="" providerId="" clId="Web-{9962FFA2-8EA5-4C4D-B850-B7266B0DE03E}" dt="2026-10-03T14:01:26.538" v="4" actId="34807"/>
          <ac:spMkLst>
            <pc:docMk/>
            <pc:sldMk cId="2442347134" sldId="1892"/>
            <ac:spMk id="9173" creationId="{8A3B5021-FA56-0E8C-1383-52E28AF6535A}"/>
          </ac:spMkLst>
        </pc:spChg>
        <pc:spChg chg="del">
          <ac:chgData name="" userId="" providerId="" clId="Web-{9962FFA2-8EA5-4C4D-B850-B7266B0DE03E}" dt="2026-10-03T14:01:26.538" v="4" actId="34807"/>
          <ac:spMkLst>
            <pc:docMk/>
            <pc:sldMk cId="2442347134" sldId="1892"/>
            <ac:spMk id="9254" creationId="{6C7058D6-8C61-F311-778B-B251EB5E30BE}"/>
          </ac:spMkLst>
        </pc:spChg>
        <pc:spChg chg="del">
          <ac:chgData name="" userId="" providerId="" clId="Web-{9962FFA2-8EA5-4C4D-B850-B7266B0DE03E}" dt="2026-10-03T14:01:26.538" v="4" actId="34807"/>
          <ac:spMkLst>
            <pc:docMk/>
            <pc:sldMk cId="2442347134" sldId="1892"/>
            <ac:spMk id="9503" creationId="{C46068B4-C235-1FA4-640C-32D0CC387648}"/>
          </ac:spMkLst>
        </pc:spChg>
        <pc:spChg chg="add mod">
          <ac:chgData name="" userId="" providerId="" clId="Web-{9962FFA2-8EA5-4C4D-B850-B7266B0DE03E}" dt="2026-10-03T14:01:23.648" v="3" actId="34807"/>
          <ac:spMkLst>
            <pc:docMk/>
            <pc:sldMk cId="2442347134" sldId="1892"/>
            <ac:spMk id="26449" creationId="{B3B4DB5F-39A0-8074-90FE-71C345610C64}"/>
          </ac:spMkLst>
        </pc:spChg>
        <pc:spChg chg="add mod">
          <ac:chgData name="" userId="" providerId="" clId="Web-{9962FFA2-8EA5-4C4D-B850-B7266B0DE03E}" dt="2026-10-03T14:01:23.648" v="3" actId="34807"/>
          <ac:spMkLst>
            <pc:docMk/>
            <pc:sldMk cId="2442347134" sldId="1892"/>
            <ac:spMk id="26583" creationId="{81493C9C-D4A2-44D3-E919-CA9287DAE2E2}"/>
          </ac:spMkLst>
        </pc:spChg>
        <pc:spChg chg="mod">
          <ac:chgData name="" userId="" providerId="" clId="Web-{9962FFA2-8EA5-4C4D-B850-B7266B0DE03E}" dt="2026-10-03T14:01:28.398" v="5" actId="34807"/>
          <ac:spMkLst>
            <pc:docMk/>
            <pc:sldMk cId="2442347134" sldId="1892"/>
            <ac:spMk id="26718" creationId="{FD1D9CE1-BC9F-CC98-9028-FC4A359FBFF9}"/>
          </ac:spMkLst>
        </pc:spChg>
        <pc:spChg chg="mod">
          <ac:chgData name="" userId="" providerId="" clId="Web-{9962FFA2-8EA5-4C4D-B850-B7266B0DE03E}" dt="2026-10-03T14:01:28.398" v="5" actId="34807"/>
          <ac:spMkLst>
            <pc:docMk/>
            <pc:sldMk cId="2442347134" sldId="1892"/>
            <ac:spMk id="26991" creationId="{0EECE1DA-5513-E649-10A7-A48FE92422EB}"/>
          </ac:spMkLst>
        </pc:spChg>
        <pc:spChg chg="add mod">
          <ac:chgData name="" userId="" providerId="" clId="Web-{9962FFA2-8EA5-4C4D-B850-B7266B0DE03E}" dt="2026-10-03T14:01:28.398" v="5" actId="34807"/>
          <ac:spMkLst>
            <pc:docMk/>
            <pc:sldMk cId="2442347134" sldId="1892"/>
            <ac:spMk id="27129" creationId="{D406AF67-F9C1-236B-67E5-870E9335DE91}"/>
          </ac:spMkLst>
        </pc:spChg>
        <pc:spChg chg="mod">
          <ac:chgData name="" userId="" providerId="" clId="Web-{9962FFA2-8EA5-4C4D-B850-B7266B0DE03E}" dt="2026-10-03T14:01:28.398" v="5" actId="34807"/>
          <ac:spMkLst>
            <pc:docMk/>
            <pc:sldMk cId="2442347134" sldId="1892"/>
            <ac:spMk id="27408" creationId="{E2A90C53-68B1-AE3A-6559-CA73A483FBCD}"/>
          </ac:spMkLst>
        </pc:spChg>
        <pc:spChg chg="add mod">
          <ac:chgData name="" userId="" providerId="" clId="Web-{9962FFA2-8EA5-4C4D-B850-B7266B0DE03E}" dt="2026-10-03T14:01:28.398" v="5" actId="34807"/>
          <ac:spMkLst>
            <pc:docMk/>
            <pc:sldMk cId="2442347134" sldId="1892"/>
            <ac:spMk id="27549" creationId="{362030A6-0698-8E5F-3D8E-7D8B243E6246}"/>
          </ac:spMkLst>
        </pc:spChg>
        <pc:spChg chg="mod">
          <ac:chgData name="" userId="" providerId="" clId="Web-{9962FFA2-8EA5-4C4D-B850-B7266B0DE03E}" dt="2026-10-03T14:01:28.398" v="5" actId="34807"/>
          <ac:spMkLst>
            <pc:docMk/>
            <pc:sldMk cId="2442347134" sldId="1892"/>
            <ac:spMk id="27834" creationId="{6BBDAFDF-480D-B2AC-3B73-FF5D337A99D8}"/>
          </ac:spMkLst>
        </pc:spChg>
        <pc:spChg chg="mod">
          <ac:chgData name="" userId="" providerId="" clId="Web-{9962FFA2-8EA5-4C4D-B850-B7266B0DE03E}" dt="2026-10-03T14:01:28.398" v="5" actId="34807"/>
          <ac:spMkLst>
            <pc:docMk/>
            <pc:sldMk cId="2442347134" sldId="1892"/>
            <ac:spMk id="27978" creationId="{A2160B8B-2E31-6837-6EBD-3B693989CF13}"/>
          </ac:spMkLst>
        </pc:spChg>
        <pc:spChg chg="add mod">
          <ac:chgData name="" userId="" providerId="" clId="Web-{9962FFA2-8EA5-4C4D-B850-B7266B0DE03E}" dt="2026-10-03T14:01:23.648" v="3" actId="34807"/>
          <ac:spMkLst>
            <pc:docMk/>
            <pc:sldMk cId="2442347134" sldId="1892"/>
            <ac:spMk id="28123" creationId="{A7816511-9DE5-8F63-3ED4-07A56CC60479}"/>
          </ac:spMkLst>
        </pc:spChg>
        <pc:spChg chg="mod">
          <ac:chgData name="" userId="" providerId="" clId="Web-{9962FFA2-8EA5-4C4D-B850-B7266B0DE03E}" dt="2026-10-03T14:01:28.398" v="5" actId="34807"/>
          <ac:spMkLst>
            <pc:docMk/>
            <pc:sldMk cId="2442347134" sldId="1892"/>
            <ac:spMk id="28269" creationId="{3FB1004B-BF23-1DA3-A157-446FC80EA99E}"/>
          </ac:spMkLst>
        </pc:spChg>
        <pc:spChg chg="add mod">
          <ac:chgData name="" userId="" providerId="" clId="Web-{9962FFA2-8EA5-4C4D-B850-B7266B0DE03E}" dt="2026-10-03T14:01:23.648" v="3" actId="34807"/>
          <ac:spMkLst>
            <pc:docMk/>
            <pc:sldMk cId="2442347134" sldId="1892"/>
            <ac:spMk id="28863" creationId="{62E9E6A2-1931-BDDB-1183-341B4D292A6D}"/>
          </ac:spMkLst>
        </pc:spChg>
        <pc:spChg chg="add mod">
          <ac:chgData name="" userId="" providerId="" clId="Web-{9962FFA2-8EA5-4C4D-B850-B7266B0DE03E}" dt="2026-10-03T14:01:23.648" v="3" actId="34807"/>
          <ac:spMkLst>
            <pc:docMk/>
            <pc:sldMk cId="2442347134" sldId="1892"/>
            <ac:spMk id="29941" creationId="{83E27D59-5FAE-2E27-8AB2-3007497534C1}"/>
          </ac:spMkLst>
        </pc:spChg>
        <pc:spChg chg="add mod">
          <ac:chgData name="" userId="" providerId="" clId="Web-{9962FFA2-8EA5-4C4D-B850-B7266B0DE03E}" dt="2026-10-03T14:01:23.648" v="3" actId="34807"/>
          <ac:spMkLst>
            <pc:docMk/>
            <pc:sldMk cId="2442347134" sldId="1892"/>
            <ac:spMk id="30418" creationId="{FF5319D0-F486-5231-6B6F-73D561B71419}"/>
          </ac:spMkLst>
        </pc:spChg>
        <pc:spChg chg="add mod">
          <ac:chgData name="" userId="" providerId="" clId="Web-{9962FFA2-8EA5-4C4D-B850-B7266B0DE03E}" dt="2026-10-03T14:01:23.648" v="3" actId="34807"/>
          <ac:spMkLst>
            <pc:docMk/>
            <pc:sldMk cId="2442347134" sldId="1892"/>
            <ac:spMk id="30904" creationId="{482EAA2D-87FE-E3B1-1E5C-7472F92DFA7B}"/>
          </ac:spMkLst>
        </pc:spChg>
        <pc:spChg chg="add mod">
          <ac:chgData name="" userId="" providerId="" clId="Web-{9962FFA2-8EA5-4C4D-B850-B7266B0DE03E}" dt="2026-10-03T14:01:23.648" v="3" actId="34807"/>
          <ac:spMkLst>
            <pc:docMk/>
            <pc:sldMk cId="2442347134" sldId="1892"/>
            <ac:spMk id="31399" creationId="{012C4BBE-D61C-11AA-31AF-B4CA767559A8}"/>
          </ac:spMkLst>
        </pc:spChg>
      </pc:sldChg>
      <pc:sldChg chg="addSp delSp modSp">
        <pc:chgData name="" userId="" providerId="" clId="Web-{9962FFA2-8EA5-4C4D-B850-B7266B0DE03E}" dt="2026-10-03T14:01:26.538" v="4" actId="34807"/>
        <pc:sldMkLst>
          <pc:docMk/>
          <pc:sldMk cId="617420154" sldId="2101"/>
        </pc:sldMkLst>
        <pc:spChg chg="del">
          <ac:chgData name="" userId="" providerId="" clId="Web-{9962FFA2-8EA5-4C4D-B850-B7266B0DE03E}" dt="2026-10-03T14:01:26.538" v="4" actId="34807"/>
          <ac:spMkLst>
            <pc:docMk/>
            <pc:sldMk cId="617420154" sldId="2101"/>
            <ac:spMk id="9588" creationId="{DD54AE01-DD0D-3A46-3AC9-AD72261C94B5}"/>
          </ac:spMkLst>
        </pc:spChg>
        <pc:spChg chg="del">
          <ac:chgData name="" userId="" providerId="" clId="Web-{9962FFA2-8EA5-4C4D-B850-B7266B0DE03E}" dt="2026-10-03T14:01:26.538" v="4" actId="34807"/>
          <ac:spMkLst>
            <pc:docMk/>
            <pc:sldMk cId="617420154" sldId="2101"/>
            <ac:spMk id="9674" creationId="{5FAAAB01-2236-893B-FAAF-359113836579}"/>
          </ac:spMkLst>
        </pc:spChg>
        <pc:spChg chg="del">
          <ac:chgData name="" userId="" providerId="" clId="Web-{9962FFA2-8EA5-4C4D-B850-B7266B0DE03E}" dt="2026-10-03T14:01:26.538" v="4" actId="34807"/>
          <ac:spMkLst>
            <pc:docMk/>
            <pc:sldMk cId="617420154" sldId="2101"/>
            <ac:spMk id="9761" creationId="{43B59D13-0D2E-716A-D3C3-28EE2CFF8EB2}"/>
          </ac:spMkLst>
        </pc:spChg>
        <pc:spChg chg="del">
          <ac:chgData name="" userId="" providerId="" clId="Web-{9962FFA2-8EA5-4C4D-B850-B7266B0DE03E}" dt="2026-10-03T14:01:26.538" v="4" actId="34807"/>
          <ac:spMkLst>
            <pc:docMk/>
            <pc:sldMk cId="617420154" sldId="2101"/>
            <ac:spMk id="9849" creationId="{05D61B78-614D-7810-DFFF-52016C241FCB}"/>
          </ac:spMkLst>
        </pc:spChg>
        <pc:spChg chg="del">
          <ac:chgData name="" userId="" providerId="" clId="Web-{9962FFA2-8EA5-4C4D-B850-B7266B0DE03E}" dt="2026-10-03T14:01:26.538" v="4" actId="34807"/>
          <ac:spMkLst>
            <pc:docMk/>
            <pc:sldMk cId="617420154" sldId="2101"/>
            <ac:spMk id="9938" creationId="{A6168DE4-06AD-3A37-C528-E2A9BC259056}"/>
          </ac:spMkLst>
        </pc:spChg>
        <pc:spChg chg="del">
          <ac:chgData name="" userId="" providerId="" clId="Web-{9962FFA2-8EA5-4C4D-B850-B7266B0DE03E}" dt="2026-10-03T14:01:26.538" v="4" actId="34807"/>
          <ac:spMkLst>
            <pc:docMk/>
            <pc:sldMk cId="617420154" sldId="2101"/>
            <ac:spMk id="10028" creationId="{DFFB7DE0-4002-4B5D-FA72-F09EC345F192}"/>
          </ac:spMkLst>
        </pc:spChg>
        <pc:spChg chg="del">
          <ac:chgData name="" userId="" providerId="" clId="Web-{9962FFA2-8EA5-4C4D-B850-B7266B0DE03E}" dt="2026-10-03T14:01:26.538" v="4" actId="34807"/>
          <ac:spMkLst>
            <pc:docMk/>
            <pc:sldMk cId="617420154" sldId="2101"/>
            <ac:spMk id="10119" creationId="{E5A99F4C-5203-2894-8A0E-D12DD6E096D4}"/>
          </ac:spMkLst>
        </pc:spChg>
        <pc:spChg chg="del">
          <ac:chgData name="" userId="" providerId="" clId="Web-{9962FFA2-8EA5-4C4D-B850-B7266B0DE03E}" dt="2026-10-03T14:01:26.538" v="4" actId="34807"/>
          <ac:spMkLst>
            <pc:docMk/>
            <pc:sldMk cId="617420154" sldId="2101"/>
            <ac:spMk id="10211" creationId="{145BD0BA-F59D-06D6-04FB-52BB81510607}"/>
          </ac:spMkLst>
        </pc:spChg>
        <pc:spChg chg="del">
          <ac:chgData name="" userId="" providerId="" clId="Web-{9962FFA2-8EA5-4C4D-B850-B7266B0DE03E}" dt="2026-10-03T14:01:26.538" v="4" actId="34807"/>
          <ac:spMkLst>
            <pc:docMk/>
            <pc:sldMk cId="617420154" sldId="2101"/>
            <ac:spMk id="10304" creationId="{DAD75A96-A9D6-7989-0029-4C98CB676AAC}"/>
          </ac:spMkLst>
        </pc:spChg>
        <pc:spChg chg="del">
          <ac:chgData name="" userId="" providerId="" clId="Web-{9962FFA2-8EA5-4C4D-B850-B7266B0DE03E}" dt="2026-10-03T14:01:26.538" v="4" actId="34807"/>
          <ac:spMkLst>
            <pc:docMk/>
            <pc:sldMk cId="617420154" sldId="2101"/>
            <ac:spMk id="10398" creationId="{B7038FA5-B26E-F26B-E90C-3E0A7E7943AD}"/>
          </ac:spMkLst>
        </pc:spChg>
        <pc:spChg chg="add mod">
          <ac:chgData name="" userId="" providerId="" clId="Web-{9962FFA2-8EA5-4C4D-B850-B7266B0DE03E}" dt="2026-10-03T14:01:23.648" v="3" actId="34807"/>
          <ac:spMkLst>
            <pc:docMk/>
            <pc:sldMk cId="617420154" sldId="2101"/>
            <ac:spMk id="31566" creationId="{ACE8CE51-5B16-0D94-37E5-1D151030985F}"/>
          </ac:spMkLst>
        </pc:spChg>
        <pc:spChg chg="add mod">
          <ac:chgData name="" userId="" providerId="" clId="Web-{9962FFA2-8EA5-4C4D-B850-B7266B0DE03E}" dt="2026-10-03T14:01:23.648" v="3" actId="34807"/>
          <ac:spMkLst>
            <pc:docMk/>
            <pc:sldMk cId="617420154" sldId="2101"/>
            <ac:spMk id="31903" creationId="{3CF4163F-E1E9-B209-23C5-1F73B44AAC91}"/>
          </ac:spMkLst>
        </pc:spChg>
        <pc:spChg chg="add mod">
          <ac:chgData name="" userId="" providerId="" clId="Web-{9962FFA2-8EA5-4C4D-B850-B7266B0DE03E}" dt="2026-10-03T14:01:23.648" v="3" actId="34807"/>
          <ac:spMkLst>
            <pc:docMk/>
            <pc:sldMk cId="617420154" sldId="2101"/>
            <ac:spMk id="32073" creationId="{88DB3D58-118B-7D2B-6CDF-288614BCAA6D}"/>
          </ac:spMkLst>
        </pc:spChg>
        <pc:spChg chg="add mod">
          <ac:chgData name="" userId="" providerId="" clId="Web-{9962FFA2-8EA5-4C4D-B850-B7266B0DE03E}" dt="2026-10-03T14:01:23.648" v="3" actId="34807"/>
          <ac:spMkLst>
            <pc:docMk/>
            <pc:sldMk cId="617420154" sldId="2101"/>
            <ac:spMk id="32416" creationId="{8E18ADF2-6A5B-54A3-4CC9-A9D149ABDE8B}"/>
          </ac:spMkLst>
        </pc:spChg>
        <pc:spChg chg="add mod">
          <ac:chgData name="" userId="" providerId="" clId="Web-{9962FFA2-8EA5-4C4D-B850-B7266B0DE03E}" dt="2026-10-03T14:01:23.648" v="3" actId="34807"/>
          <ac:spMkLst>
            <pc:docMk/>
            <pc:sldMk cId="617420154" sldId="2101"/>
            <ac:spMk id="32589" creationId="{701BB5AF-23EF-7FF1-350F-C10415219DCE}"/>
          </ac:spMkLst>
        </pc:spChg>
        <pc:spChg chg="add mod">
          <ac:chgData name="" userId="" providerId="" clId="Web-{9962FFA2-8EA5-4C4D-B850-B7266B0DE03E}" dt="2026-10-03T14:01:23.648" v="3" actId="34807"/>
          <ac:spMkLst>
            <pc:docMk/>
            <pc:sldMk cId="617420154" sldId="2101"/>
            <ac:spMk id="32938" creationId="{03D4576B-9E8E-3BA9-73E1-E617B2A1F4B7}"/>
          </ac:spMkLst>
        </pc:spChg>
        <pc:spChg chg="add mod">
          <ac:chgData name="" userId="" providerId="" clId="Web-{9962FFA2-8EA5-4C4D-B850-B7266B0DE03E}" dt="2026-10-03T14:01:23.648" v="3" actId="34807"/>
          <ac:spMkLst>
            <pc:docMk/>
            <pc:sldMk cId="617420154" sldId="2101"/>
            <ac:spMk id="33291" creationId="{8F1AC7AC-53E0-6CF5-7404-4256BB3B457E}"/>
          </ac:spMkLst>
        </pc:spChg>
        <pc:spChg chg="add mod">
          <ac:chgData name="" userId="" providerId="" clId="Web-{9962FFA2-8EA5-4C4D-B850-B7266B0DE03E}" dt="2026-10-03T14:01:23.648" v="3" actId="34807"/>
          <ac:spMkLst>
            <pc:docMk/>
            <pc:sldMk cId="617420154" sldId="2101"/>
            <ac:spMk id="33469" creationId="{27921D95-AFCE-0DDA-6980-8FA8A926E8AB}"/>
          </ac:spMkLst>
        </pc:spChg>
        <pc:spChg chg="add mod">
          <ac:chgData name="" userId="" providerId="" clId="Web-{9962FFA2-8EA5-4C4D-B850-B7266B0DE03E}" dt="2026-10-03T14:01:23.648" v="3" actId="34807"/>
          <ac:spMkLst>
            <pc:docMk/>
            <pc:sldMk cId="617420154" sldId="2101"/>
            <ac:spMk id="34374" creationId="{4FA47271-869D-7831-34A7-843031DC5D26}"/>
          </ac:spMkLst>
        </pc:spChg>
        <pc:spChg chg="add mod">
          <ac:chgData name="" userId="" providerId="" clId="Web-{9962FFA2-8EA5-4C4D-B850-B7266B0DE03E}" dt="2026-10-03T14:01:23.648" v="3" actId="34807"/>
          <ac:spMkLst>
            <pc:docMk/>
            <pc:sldMk cId="617420154" sldId="2101"/>
            <ac:spMk id="34558" creationId="{857CFF19-3F02-A522-A7C9-812E3FDE24A6}"/>
          </ac:spMkLst>
        </pc:spChg>
      </pc:sldChg>
    </pc:docChg>
  </pc:docChgLst>
  <pc:docChgLst>
    <pc:chgData clId="Web-{217E99D3-E6ED-4029-ADFB-2F666662E247}"/>
    <pc:docChg chg="modSld">
      <pc:chgData name="" userId="" providerId="" clId="Web-{217E99D3-E6ED-4029-ADFB-2F666662E247}" dt="2026-10-03T14:51:01.654" v="2" actId="34807"/>
      <pc:docMkLst>
        <pc:docMk/>
      </pc:docMkLst>
      <pc:sldChg chg="addSp delSp modSp">
        <pc:chgData name="" userId="" providerId="" clId="Web-{217E99D3-E6ED-4029-ADFB-2F666662E247}" dt="2026-10-03T14:51:00.545" v="1" actId="34807"/>
        <pc:sldMkLst>
          <pc:docMk/>
          <pc:sldMk cId="1371287638" sldId="659"/>
        </pc:sldMkLst>
        <pc:spChg chg="del">
          <ac:chgData name="" userId="" providerId="" clId="Web-{217E99D3-E6ED-4029-ADFB-2F666662E247}" dt="2026-10-03T14:51:00.545" v="1" actId="34807"/>
          <ac:spMkLst>
            <pc:docMk/>
            <pc:sldMk cId="1371287638" sldId="659"/>
            <ac:spMk id="11259" creationId="{238E90DB-F72D-9B61-309F-E7DE694F2768}"/>
          </ac:spMkLst>
        </pc:spChg>
        <pc:spChg chg="del">
          <ac:chgData name="" userId="" providerId="" clId="Web-{217E99D3-E6ED-4029-ADFB-2F666662E247}" dt="2026-10-03T14:51:00.545" v="1" actId="34807"/>
          <ac:spMkLst>
            <pc:docMk/>
            <pc:sldMk cId="1371287638" sldId="659"/>
            <ac:spMk id="11526" creationId="{E581CBDC-6428-B7A5-4826-550B1D8DED0C}"/>
          </ac:spMkLst>
        </pc:spChg>
        <pc:spChg chg="del">
          <ac:chgData name="" userId="" providerId="" clId="Web-{217E99D3-E6ED-4029-ADFB-2F666662E247}" dt="2026-10-03T14:51:00.545" v="1" actId="34807"/>
          <ac:spMkLst>
            <pc:docMk/>
            <pc:sldMk cId="1371287638" sldId="659"/>
            <ac:spMk id="11829" creationId="{0F7470AE-1FFF-2FAF-8BF8-AB57F285810D}"/>
          </ac:spMkLst>
        </pc:spChg>
        <pc:spChg chg="del">
          <ac:chgData name="" userId="" providerId="" clId="Web-{217E99D3-E6ED-4029-ADFB-2F666662E247}" dt="2026-10-03T14:51:00.545" v="1" actId="34807"/>
          <ac:spMkLst>
            <pc:docMk/>
            <pc:sldMk cId="1371287638" sldId="659"/>
            <ac:spMk id="12168" creationId="{8CBB0876-B5C0-0F7B-3C0F-ACC68C354E01}"/>
          </ac:spMkLst>
        </pc:spChg>
        <pc:spChg chg="del">
          <ac:chgData name="" userId="" providerId="" clId="Web-{217E99D3-E6ED-4029-ADFB-2F666662E247}" dt="2026-10-03T14:51:00.545" v="1" actId="34807"/>
          <ac:spMkLst>
            <pc:docMk/>
            <pc:sldMk cId="1371287638" sldId="659"/>
            <ac:spMk id="12543" creationId="{C6A1BD9F-5C41-5429-74FD-72347C49609B}"/>
          </ac:spMkLst>
        </pc:spChg>
        <pc:spChg chg="del">
          <ac:chgData name="" userId="" providerId="" clId="Web-{217E99D3-E6ED-4029-ADFB-2F666662E247}" dt="2026-10-03T14:51:00.545" v="1" actId="34807"/>
          <ac:spMkLst>
            <pc:docMk/>
            <pc:sldMk cId="1371287638" sldId="659"/>
            <ac:spMk id="12954" creationId="{6282C058-9558-3761-6759-C5C24B66B89D}"/>
          </ac:spMkLst>
        </pc:spChg>
        <pc:spChg chg="del">
          <ac:chgData name="" userId="" providerId="" clId="Web-{217E99D3-E6ED-4029-ADFB-2F666662E247}" dt="2026-10-03T14:51:00.545" v="1" actId="34807"/>
          <ac:spMkLst>
            <pc:docMk/>
            <pc:sldMk cId="1371287638" sldId="659"/>
            <ac:spMk id="13401" creationId="{0BAE734B-F5B6-24A6-1FC7-7EFD1AB0491A}"/>
          </ac:spMkLst>
        </pc:spChg>
        <pc:spChg chg="del">
          <ac:chgData name="" userId="" providerId="" clId="Web-{217E99D3-E6ED-4029-ADFB-2F666662E247}" dt="2026-10-03T14:51:00.545" v="1" actId="34807"/>
          <ac:spMkLst>
            <pc:docMk/>
            <pc:sldMk cId="1371287638" sldId="659"/>
            <ac:spMk id="13884" creationId="{5FE6D82F-4B74-4533-F4C4-389FA1786CF6}"/>
          </ac:spMkLst>
        </pc:spChg>
        <pc:spChg chg="add mod">
          <ac:chgData name="" userId="" providerId="" clId="Web-{217E99D3-E6ED-4029-ADFB-2F666662E247}" dt="2026-10-03T14:50:59.311" v="0" actId="34807"/>
          <ac:spMkLst>
            <pc:docMk/>
            <pc:sldMk cId="1371287638" sldId="659"/>
            <ac:spMk id="34744" creationId="{3EE92520-9A20-F911-483D-21EEE0DBC344}"/>
          </ac:spMkLst>
        </pc:spChg>
        <pc:spChg chg="add mod">
          <ac:chgData name="" userId="" providerId="" clId="Web-{217E99D3-E6ED-4029-ADFB-2F666662E247}" dt="2026-10-03T14:50:59.311" v="0" actId="34807"/>
          <ac:spMkLst>
            <pc:docMk/>
            <pc:sldMk cId="1371287638" sldId="659"/>
            <ac:spMk id="34746" creationId="{A7D9CDA8-294B-AE74-848B-1D5C7532D647}"/>
          </ac:spMkLst>
        </pc:spChg>
        <pc:spChg chg="add mod">
          <ac:chgData name="" userId="" providerId="" clId="Web-{217E99D3-E6ED-4029-ADFB-2F666662E247}" dt="2026-10-03T14:50:59.311" v="0" actId="34807"/>
          <ac:spMkLst>
            <pc:docMk/>
            <pc:sldMk cId="1371287638" sldId="659"/>
            <ac:spMk id="34749" creationId="{C795FABE-061A-910B-7F0D-91B9806CE441}"/>
          </ac:spMkLst>
        </pc:spChg>
        <pc:spChg chg="add mod">
          <ac:chgData name="" userId="" providerId="" clId="Web-{217E99D3-E6ED-4029-ADFB-2F666662E247}" dt="2026-10-03T14:50:59.311" v="0" actId="34807"/>
          <ac:spMkLst>
            <pc:docMk/>
            <pc:sldMk cId="1371287638" sldId="659"/>
            <ac:spMk id="34753" creationId="{63711BD3-5F7E-E586-240E-34F159021BE6}"/>
          </ac:spMkLst>
        </pc:spChg>
        <pc:spChg chg="add mod">
          <ac:chgData name="" userId="" providerId="" clId="Web-{217E99D3-E6ED-4029-ADFB-2F666662E247}" dt="2026-10-03T14:50:59.311" v="0" actId="34807"/>
          <ac:spMkLst>
            <pc:docMk/>
            <pc:sldMk cId="1371287638" sldId="659"/>
            <ac:spMk id="34758" creationId="{9F18D6D2-6AAA-DDFD-0542-29F2DAFAEAAE}"/>
          </ac:spMkLst>
        </pc:spChg>
        <pc:spChg chg="add mod">
          <ac:chgData name="" userId="" providerId="" clId="Web-{217E99D3-E6ED-4029-ADFB-2F666662E247}" dt="2026-10-03T14:50:59.311" v="0" actId="34807"/>
          <ac:spMkLst>
            <pc:docMk/>
            <pc:sldMk cId="1371287638" sldId="659"/>
            <ac:spMk id="34764" creationId="{7EE2AF5F-8C56-1F52-A70F-A6DDCD69A24A}"/>
          </ac:spMkLst>
        </pc:spChg>
        <pc:spChg chg="add mod">
          <ac:chgData name="" userId="" providerId="" clId="Web-{217E99D3-E6ED-4029-ADFB-2F666662E247}" dt="2026-10-03T14:50:59.311" v="0" actId="34807"/>
          <ac:spMkLst>
            <pc:docMk/>
            <pc:sldMk cId="1371287638" sldId="659"/>
            <ac:spMk id="34771" creationId="{40AA7296-C36A-7C8B-E65D-48EDEE8C8804}"/>
          </ac:spMkLst>
        </pc:spChg>
        <pc:spChg chg="add mod">
          <ac:chgData name="" userId="" providerId="" clId="Web-{217E99D3-E6ED-4029-ADFB-2F666662E247}" dt="2026-10-03T14:50:59.311" v="0" actId="34807"/>
          <ac:spMkLst>
            <pc:docMk/>
            <pc:sldMk cId="1371287638" sldId="659"/>
            <ac:spMk id="34779" creationId="{4FA5BFCA-FC23-8094-CDDA-EE104E2973FF}"/>
          </ac:spMkLst>
        </pc:spChg>
      </pc:sldChg>
      <pc:sldChg chg="addSp delSp modSp">
        <pc:chgData name="" userId="" providerId="" clId="Web-{217E99D3-E6ED-4029-ADFB-2F666662E247}" dt="2026-10-03T14:51:01.654" v="2" actId="34807"/>
        <pc:sldMkLst>
          <pc:docMk/>
          <pc:sldMk cId="2442347134" sldId="1892"/>
        </pc:sldMkLst>
        <pc:spChg chg="del">
          <ac:chgData name="" userId="" providerId="" clId="Web-{217E99D3-E6ED-4029-ADFB-2F666662E247}" dt="2026-10-03T14:51:00.545" v="1" actId="34807"/>
          <ac:spMkLst>
            <pc:docMk/>
            <pc:sldMk cId="2442347134" sldId="1892"/>
            <ac:spMk id="26991" creationId="{0EECE1DA-5513-E649-10A7-A48FE92422EB}"/>
          </ac:spMkLst>
        </pc:spChg>
        <pc:spChg chg="add mod">
          <ac:chgData name="" userId="" providerId="" clId="Web-{217E99D3-E6ED-4029-ADFB-2F666662E247}" dt="2026-10-03T14:51:01.654" v="2" actId="34807"/>
          <ac:spMkLst>
            <pc:docMk/>
            <pc:sldMk cId="2442347134" sldId="1892"/>
            <ac:spMk id="34788" creationId="{5386B973-B018-5E2E-D1FC-012BD1F75BCC}"/>
          </ac:spMkLst>
        </pc:spChg>
      </pc:sldChg>
    </pc:docChg>
  </pc:docChgLst>
  <pc:docChgLst>
    <pc:chgData clId="Web-{B28FE745-8901-44A0-A95E-240806B112D7}"/>
    <pc:docChg chg="mod modSld modMainMaster setSldSz">
      <pc:chgData name="" userId="" providerId="" clId="Web-{B28FE745-8901-44A0-A95E-240806B112D7}" dt="2026-10-03T13:24:02.376" v="2" actId="34807"/>
      <pc:docMkLst>
        <pc:docMk/>
      </pc:docMkLst>
      <pc:sldChg chg="addSp modSp mod setBg">
        <pc:chgData name="" userId="" providerId="" clId="Web-{B28FE745-8901-44A0-A95E-240806B112D7}" dt="2026-10-03T13:24:02.376" v="2" actId="34807"/>
        <pc:sldMkLst>
          <pc:docMk/>
          <pc:sldMk cId="0" sldId="256"/>
        </pc:sldMkLst>
        <pc:spChg chg="add mod">
          <ac:chgData name="" userId="" providerId="" clId="Web-{B28FE745-8901-44A0-A95E-240806B112D7}" dt="2026-10-03T13:24:02.188" v="1" actId="34807"/>
          <ac:spMkLst>
            <pc:docMk/>
            <pc:sldMk cId="0" sldId="256"/>
            <ac:spMk id="2" creationId="{2A4C076C-A782-6803-D7F9-F1B2D5A77830}"/>
          </ac:spMkLst>
        </pc:spChg>
      </pc:sldChg>
      <pc:sldMasterChg chg="modSp modSldLayout">
        <pc:chgData name="" userId="" providerId="" clId="Web-{B28FE745-8901-44A0-A95E-240806B112D7}" dt="2026-10-03T13:23:50.406" v="0" actId="34807"/>
        <pc:sldMasterMkLst>
          <pc:docMk/>
          <pc:sldMasterMk cId="2209977519" sldId="2147483648"/>
        </pc:sldMasterMkLst>
        <pc:spChg chg="mod">
          <ac:chgData name="" userId="" providerId="" clId="Web-{B28FE745-8901-44A0-A95E-240806B112D7}" dt="2026-10-03T13:23:50.406" v="0" actId="34807"/>
          <ac:spMkLst>
            <pc:docMk/>
            <pc:sldMasterMk cId="2209977519" sldId="2147483648"/>
            <ac:spMk id="2" creationId="{00000000-0000-0000-0000-000000000000}"/>
          </ac:spMkLst>
        </pc:spChg>
        <pc:spChg chg="mod">
          <ac:chgData name="" userId="" providerId="" clId="Web-{B28FE745-8901-44A0-A95E-240806B112D7}" dt="2026-10-03T13:23:50.406" v="0" actId="34807"/>
          <ac:spMkLst>
            <pc:docMk/>
            <pc:sldMasterMk cId="2209977519" sldId="2147483648"/>
            <ac:spMk id="3" creationId="{00000000-0000-0000-0000-000000000000}"/>
          </ac:spMkLst>
        </pc:spChg>
        <pc:spChg chg="mod">
          <ac:chgData name="" userId="" providerId="" clId="Web-{B28FE745-8901-44A0-A95E-240806B112D7}" dt="2026-10-03T13:23:50.406" v="0" actId="34807"/>
          <ac:spMkLst>
            <pc:docMk/>
            <pc:sldMasterMk cId="2209977519" sldId="2147483648"/>
            <ac:spMk id="4" creationId="{00000000-0000-0000-0000-000000000000}"/>
          </ac:spMkLst>
        </pc:spChg>
        <pc:spChg chg="mod">
          <ac:chgData name="" userId="" providerId="" clId="Web-{B28FE745-8901-44A0-A95E-240806B112D7}" dt="2026-10-03T13:23:50.406" v="0" actId="34807"/>
          <ac:spMkLst>
            <pc:docMk/>
            <pc:sldMasterMk cId="2209977519" sldId="2147483648"/>
            <ac:spMk id="5" creationId="{00000000-0000-0000-0000-000000000000}"/>
          </ac:spMkLst>
        </pc:spChg>
        <pc:spChg chg="mod">
          <ac:chgData name="" userId="" providerId="" clId="Web-{B28FE745-8901-44A0-A95E-240806B112D7}" dt="2026-10-03T13:23:50.406" v="0" actId="34807"/>
          <ac:spMkLst>
            <pc:docMk/>
            <pc:sldMasterMk cId="2209977519" sldId="2147483648"/>
            <ac:spMk id="6" creationId="{00000000-0000-0000-0000-000000000000}"/>
          </ac:spMkLst>
        </pc:spChg>
        <pc:sldLayoutChg chg="modSp">
          <pc:chgData name="" userId="" providerId="" clId="Web-{B28FE745-8901-44A0-A95E-240806B112D7}" dt="2026-10-03T13:23:50.406" v="0" actId="34807"/>
          <pc:sldLayoutMkLst>
            <pc:docMk/>
            <pc:sldMasterMk cId="2209977519" sldId="2147483648"/>
            <pc:sldLayoutMk cId="3168075583" sldId="2147483649"/>
          </pc:sldLayoutMkLst>
          <pc:spChg chg="mod">
            <ac:chgData name="" userId="" providerId="" clId="Web-{B28FE745-8901-44A0-A95E-240806B112D7}" dt="2026-10-03T13:23:50.406" v="0" actId="34807"/>
            <ac:spMkLst>
              <pc:docMk/>
              <pc:sldMasterMk cId="2209977519" sldId="2147483648"/>
              <pc:sldLayoutMk cId="3168075583" sldId="2147483649"/>
              <ac:spMk id="2" creationId="{00000000-0000-0000-0000-000000000000}"/>
            </ac:spMkLst>
          </pc:spChg>
          <pc:spChg chg="mod">
            <ac:chgData name="" userId="" providerId="" clId="Web-{B28FE745-8901-44A0-A95E-240806B112D7}" dt="2026-10-03T13:23:50.406" v="0" actId="34807"/>
            <ac:spMkLst>
              <pc:docMk/>
              <pc:sldMasterMk cId="2209977519" sldId="2147483648"/>
              <pc:sldLayoutMk cId="3168075583" sldId="2147483649"/>
              <ac:spMk id="3" creationId="{00000000-0000-0000-0000-000000000000}"/>
            </ac:spMkLst>
          </pc:spChg>
        </pc:sldLayoutChg>
        <pc:sldLayoutChg chg="modSp">
          <pc:chgData name="" userId="" providerId="" clId="Web-{B28FE745-8901-44A0-A95E-240806B112D7}" dt="2026-10-03T13:23:50.406" v="0" actId="34807"/>
          <pc:sldLayoutMkLst>
            <pc:docMk/>
            <pc:sldMasterMk cId="2209977519" sldId="2147483648"/>
            <pc:sldLayoutMk cId="960648375" sldId="2147483651"/>
          </pc:sldLayoutMkLst>
          <pc:spChg chg="mod">
            <ac:chgData name="" userId="" providerId="" clId="Web-{B28FE745-8901-44A0-A95E-240806B112D7}" dt="2026-10-03T13:23:50.406" v="0" actId="34807"/>
            <ac:spMkLst>
              <pc:docMk/>
              <pc:sldMasterMk cId="2209977519" sldId="2147483648"/>
              <pc:sldLayoutMk cId="960648375" sldId="2147483651"/>
              <ac:spMk id="2" creationId="{00000000-0000-0000-0000-000000000000}"/>
            </ac:spMkLst>
          </pc:spChg>
          <pc:spChg chg="mod">
            <ac:chgData name="" userId="" providerId="" clId="Web-{B28FE745-8901-44A0-A95E-240806B112D7}" dt="2026-10-03T13:23:50.406" v="0" actId="34807"/>
            <ac:spMkLst>
              <pc:docMk/>
              <pc:sldMasterMk cId="2209977519" sldId="2147483648"/>
              <pc:sldLayoutMk cId="960648375" sldId="2147483651"/>
              <ac:spMk id="3" creationId="{00000000-0000-0000-0000-000000000000}"/>
            </ac:spMkLst>
          </pc:spChg>
        </pc:sldLayoutChg>
        <pc:sldLayoutChg chg="modSp">
          <pc:chgData name="" userId="" providerId="" clId="Web-{B28FE745-8901-44A0-A95E-240806B112D7}" dt="2026-10-03T13:23:50.406" v="0" actId="34807"/>
          <pc:sldLayoutMkLst>
            <pc:docMk/>
            <pc:sldMasterMk cId="2209977519" sldId="2147483648"/>
            <pc:sldLayoutMk cId="2782244947" sldId="2147483652"/>
          </pc:sldLayoutMkLst>
          <pc:spChg chg="mod">
            <ac:chgData name="" userId="" providerId="" clId="Web-{B28FE745-8901-44A0-A95E-240806B112D7}" dt="2026-10-03T13:23:50.406" v="0" actId="34807"/>
            <ac:spMkLst>
              <pc:docMk/>
              <pc:sldMasterMk cId="2209977519" sldId="2147483648"/>
              <pc:sldLayoutMk cId="2782244947" sldId="2147483652"/>
              <ac:spMk id="3" creationId="{00000000-0000-0000-0000-000000000000}"/>
            </ac:spMkLst>
          </pc:spChg>
          <pc:spChg chg="mod">
            <ac:chgData name="" userId="" providerId="" clId="Web-{B28FE745-8901-44A0-A95E-240806B112D7}" dt="2026-10-03T13:23:50.406" v="0" actId="34807"/>
            <ac:spMkLst>
              <pc:docMk/>
              <pc:sldMasterMk cId="2209977519" sldId="2147483648"/>
              <pc:sldLayoutMk cId="2782244947" sldId="2147483652"/>
              <ac:spMk id="4" creationId="{00000000-0000-0000-0000-000000000000}"/>
            </ac:spMkLst>
          </pc:spChg>
        </pc:sldLayoutChg>
        <pc:sldLayoutChg chg="modSp">
          <pc:chgData name="" userId="" providerId="" clId="Web-{B28FE745-8901-44A0-A95E-240806B112D7}" dt="2026-10-03T13:23:50.406" v="0" actId="34807"/>
          <pc:sldLayoutMkLst>
            <pc:docMk/>
            <pc:sldMasterMk cId="2209977519" sldId="2147483648"/>
            <pc:sldLayoutMk cId="990158736" sldId="2147483653"/>
          </pc:sldLayoutMkLst>
          <pc:spChg chg="mod">
            <ac:chgData name="" userId="" providerId="" clId="Web-{B28FE745-8901-44A0-A95E-240806B112D7}" dt="2026-10-03T13:23:50.406" v="0" actId="34807"/>
            <ac:spMkLst>
              <pc:docMk/>
              <pc:sldMasterMk cId="2209977519" sldId="2147483648"/>
              <pc:sldLayoutMk cId="990158736" sldId="2147483653"/>
              <ac:spMk id="3" creationId="{00000000-0000-0000-0000-000000000000}"/>
            </ac:spMkLst>
          </pc:spChg>
          <pc:spChg chg="mod">
            <ac:chgData name="" userId="" providerId="" clId="Web-{B28FE745-8901-44A0-A95E-240806B112D7}" dt="2026-10-03T13:23:50.406" v="0" actId="34807"/>
            <ac:spMkLst>
              <pc:docMk/>
              <pc:sldMasterMk cId="2209977519" sldId="2147483648"/>
              <pc:sldLayoutMk cId="990158736" sldId="2147483653"/>
              <ac:spMk id="4" creationId="{00000000-0000-0000-0000-000000000000}"/>
            </ac:spMkLst>
          </pc:spChg>
          <pc:spChg chg="mod">
            <ac:chgData name="" userId="" providerId="" clId="Web-{B28FE745-8901-44A0-A95E-240806B112D7}" dt="2026-10-03T13:23:50.406" v="0" actId="34807"/>
            <ac:spMkLst>
              <pc:docMk/>
              <pc:sldMasterMk cId="2209977519" sldId="2147483648"/>
              <pc:sldLayoutMk cId="990158736" sldId="2147483653"/>
              <ac:spMk id="5" creationId="{00000000-0000-0000-0000-000000000000}"/>
            </ac:spMkLst>
          </pc:spChg>
          <pc:spChg chg="mod">
            <ac:chgData name="" userId="" providerId="" clId="Web-{B28FE745-8901-44A0-A95E-240806B112D7}" dt="2026-10-03T13:23:50.406" v="0" actId="34807"/>
            <ac:spMkLst>
              <pc:docMk/>
              <pc:sldMasterMk cId="2209977519" sldId="2147483648"/>
              <pc:sldLayoutMk cId="990158736" sldId="2147483653"/>
              <ac:spMk id="6" creationId="{00000000-0000-0000-0000-000000000000}"/>
            </ac:spMkLst>
          </pc:spChg>
        </pc:sldLayoutChg>
        <pc:sldLayoutChg chg="modSp">
          <pc:chgData name="" userId="" providerId="" clId="Web-{B28FE745-8901-44A0-A95E-240806B112D7}" dt="2026-10-03T13:23:50.406" v="0" actId="34807"/>
          <pc:sldLayoutMkLst>
            <pc:docMk/>
            <pc:sldMasterMk cId="2209977519" sldId="2147483648"/>
            <pc:sldLayoutMk cId="1840726560" sldId="2147483656"/>
          </pc:sldLayoutMkLst>
          <pc:spChg chg="mod">
            <ac:chgData name="" userId="" providerId="" clId="Web-{B28FE745-8901-44A0-A95E-240806B112D7}" dt="2026-10-03T13:23:50.406" v="0" actId="34807"/>
            <ac:spMkLst>
              <pc:docMk/>
              <pc:sldMasterMk cId="2209977519" sldId="2147483648"/>
              <pc:sldLayoutMk cId="1840726560" sldId="2147483656"/>
              <ac:spMk id="2" creationId="{00000000-0000-0000-0000-000000000000}"/>
            </ac:spMkLst>
          </pc:spChg>
          <pc:spChg chg="mod">
            <ac:chgData name="" userId="" providerId="" clId="Web-{B28FE745-8901-44A0-A95E-240806B112D7}" dt="2026-10-03T13:23:50.406" v="0" actId="34807"/>
            <ac:spMkLst>
              <pc:docMk/>
              <pc:sldMasterMk cId="2209977519" sldId="2147483648"/>
              <pc:sldLayoutMk cId="1840726560" sldId="2147483656"/>
              <ac:spMk id="3" creationId="{00000000-0000-0000-0000-000000000000}"/>
            </ac:spMkLst>
          </pc:spChg>
          <pc:spChg chg="mod">
            <ac:chgData name="" userId="" providerId="" clId="Web-{B28FE745-8901-44A0-A95E-240806B112D7}" dt="2026-10-03T13:23:50.406" v="0" actId="34807"/>
            <ac:spMkLst>
              <pc:docMk/>
              <pc:sldMasterMk cId="2209977519" sldId="2147483648"/>
              <pc:sldLayoutMk cId="1840726560" sldId="2147483656"/>
              <ac:spMk id="4" creationId="{00000000-0000-0000-0000-000000000000}"/>
            </ac:spMkLst>
          </pc:spChg>
        </pc:sldLayoutChg>
        <pc:sldLayoutChg chg="modSp">
          <pc:chgData name="" userId="" providerId="" clId="Web-{B28FE745-8901-44A0-A95E-240806B112D7}" dt="2026-10-03T13:23:50.406" v="0" actId="34807"/>
          <pc:sldLayoutMkLst>
            <pc:docMk/>
            <pc:sldMasterMk cId="2209977519" sldId="2147483648"/>
            <pc:sldLayoutMk cId="3889236939" sldId="2147483657"/>
          </pc:sldLayoutMkLst>
          <pc:spChg chg="mod">
            <ac:chgData name="" userId="" providerId="" clId="Web-{B28FE745-8901-44A0-A95E-240806B112D7}" dt="2026-10-03T13:23:50.406" v="0" actId="34807"/>
            <ac:spMkLst>
              <pc:docMk/>
              <pc:sldMasterMk cId="2209977519" sldId="2147483648"/>
              <pc:sldLayoutMk cId="3889236939" sldId="2147483657"/>
              <ac:spMk id="2" creationId="{00000000-0000-0000-0000-000000000000}"/>
            </ac:spMkLst>
          </pc:spChg>
          <pc:spChg chg="mod">
            <ac:chgData name="" userId="" providerId="" clId="Web-{B28FE745-8901-44A0-A95E-240806B112D7}" dt="2026-10-03T13:23:50.406" v="0" actId="34807"/>
            <ac:spMkLst>
              <pc:docMk/>
              <pc:sldMasterMk cId="2209977519" sldId="2147483648"/>
              <pc:sldLayoutMk cId="3889236939" sldId="2147483657"/>
              <ac:spMk id="3" creationId="{00000000-0000-0000-0000-000000000000}"/>
            </ac:spMkLst>
          </pc:spChg>
          <pc:spChg chg="mod">
            <ac:chgData name="" userId="" providerId="" clId="Web-{B28FE745-8901-44A0-A95E-240806B112D7}" dt="2026-10-03T13:23:50.406" v="0" actId="34807"/>
            <ac:spMkLst>
              <pc:docMk/>
              <pc:sldMasterMk cId="2209977519" sldId="2147483648"/>
              <pc:sldLayoutMk cId="3889236939" sldId="2147483657"/>
              <ac:spMk id="4" creationId="{00000000-0000-0000-0000-000000000000}"/>
            </ac:spMkLst>
          </pc:spChg>
        </pc:sldLayoutChg>
        <pc:sldLayoutChg chg="modSp">
          <pc:chgData name="" userId="" providerId="" clId="Web-{B28FE745-8901-44A0-A95E-240806B112D7}" dt="2026-10-03T13:23:50.406" v="0" actId="34807"/>
          <pc:sldLayoutMkLst>
            <pc:docMk/>
            <pc:sldMasterMk cId="2209977519" sldId="2147483648"/>
            <pc:sldLayoutMk cId="3612223792" sldId="2147483659"/>
          </pc:sldLayoutMkLst>
          <pc:spChg chg="mod">
            <ac:chgData name="" userId="" providerId="" clId="Web-{B28FE745-8901-44A0-A95E-240806B112D7}" dt="2026-10-03T13:23:50.406" v="0" actId="34807"/>
            <ac:spMkLst>
              <pc:docMk/>
              <pc:sldMasterMk cId="2209977519" sldId="2147483648"/>
              <pc:sldLayoutMk cId="3612223792" sldId="2147483659"/>
              <ac:spMk id="2" creationId="{00000000-0000-0000-0000-000000000000}"/>
            </ac:spMkLst>
          </pc:spChg>
          <pc:spChg chg="mod">
            <ac:chgData name="" userId="" providerId="" clId="Web-{B28FE745-8901-44A0-A95E-240806B112D7}" dt="2026-10-03T13:23:50.406" v="0" actId="34807"/>
            <ac:spMkLst>
              <pc:docMk/>
              <pc:sldMasterMk cId="2209977519" sldId="2147483648"/>
              <pc:sldLayoutMk cId="3612223792"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BEA756-D9E3-468E-8A25-CD6E093F8E6D}" type="datetimeFigureOut">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0F880B-294E-4558-A5C5-E84DACE1A7AD}" type="slidenum">
              <a:t>‹#›</a:t>
            </a:fld>
            <a:endParaRPr lang="en-US"/>
          </a:p>
        </p:txBody>
      </p:sp>
    </p:spTree>
    <p:extLst>
      <p:ext uri="{BB962C8B-B14F-4D97-AF65-F5344CB8AC3E}">
        <p14:creationId xmlns:p14="http://schemas.microsoft.com/office/powerpoint/2010/main" val="229467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Today we will practise Microsoft 365 Copilot on a realistic piece of work rather than on isolated features. Project Meridian is a fictional MUFG EMEA scenario: every person, company, figure and event in it was invented for training, so nothing you see is real client or bank data. The story is set in Corporate Banking, but the skills – reading, analysing, writing and presenting – apply to every function across EMEA.</a:t>
            </a:r>
          </a:p>
        </p:txBody>
      </p:sp>
      <p:sp>
        <p:nvSpPr>
          <p:cNvPr id="4" name="Slide Number Placeholder 3"/>
          <p:cNvSpPr>
            <a:spLocks noGrp="1"/>
          </p:cNvSpPr>
          <p:nvPr>
            <p:ph type="sldNum" sz="quarter" idx="5"/>
          </p:nvPr>
        </p:nvSpPr>
        <p:spPr/>
        <p:txBody>
          <a:bodyPr/>
          <a:lstStyle/>
          <a:p>
            <a:fld id="{260F880B-294E-4558-A5C5-E84DACE1A7AD}" type="slidenum">
              <a:t>1</a:t>
            </a:fld>
            <a:endParaRPr lang="en-US"/>
          </a:p>
        </p:txBody>
      </p:sp>
    </p:spTree>
    <p:extLst>
      <p:ext uri="{BB962C8B-B14F-4D97-AF65-F5344CB8AC3E}">
        <p14:creationId xmlns:p14="http://schemas.microsoft.com/office/powerpoint/2010/main" val="12025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story in one minute. Fabrikam Industries, a Tokyo-headquartered client of many years, asks MUFG EMEA to lead an €800m financing so it can buy Contoso Energy Materials, a European battery-materials recycler. The team has six weeks, from 5 October to 12 November 2026, to assess the deal, align Risk, Compliance and Operations, and bring a recommendation to the EMEA Executive Committee. Keep the central question in mind: every session helps the team answer part of it.</a:t>
            </a:r>
          </a:p>
        </p:txBody>
      </p:sp>
      <p:sp>
        <p:nvSpPr>
          <p:cNvPr id="4" name="Slide Number Placeholder 3"/>
          <p:cNvSpPr>
            <a:spLocks noGrp="1"/>
          </p:cNvSpPr>
          <p:nvPr>
            <p:ph type="sldNum" sz="quarter" idx="5"/>
          </p:nvPr>
        </p:nvSpPr>
        <p:spPr/>
        <p:txBody>
          <a:bodyPr/>
          <a:lstStyle/>
          <a:p>
            <a:fld id="{260F880B-294E-4558-A5C5-E84DACE1A7AD}" type="slidenum">
              <a:t>2</a:t>
            </a:fld>
            <a:endParaRPr lang="en-US"/>
          </a:p>
        </p:txBody>
      </p:sp>
    </p:spTree>
    <p:extLst>
      <p:ext uri="{BB962C8B-B14F-4D97-AF65-F5344CB8AC3E}">
        <p14:creationId xmlns:p14="http://schemas.microsoft.com/office/powerpoint/2010/main" val="2929071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eight colleagues you will meet. Each one represents a group of people across MUFG EMEA, so look for the one closest to your own role: senior leaders, client-facing teams, portfolio management, analysts, risk, compliance, operations or executive assistants. You will also hear from supporting characters: Takeshi Yamamoto at Tokyo Head Office, Omar Haddad in Dubai, and at Fabrikam, Chief Financial Officer Yuki Hayashi and Group Treasurer Europe Markus Brandt.</a:t>
            </a:r>
          </a:p>
        </p:txBody>
      </p:sp>
      <p:sp>
        <p:nvSpPr>
          <p:cNvPr id="4" name="Slide Number Placeholder 3"/>
          <p:cNvSpPr>
            <a:spLocks noGrp="1"/>
          </p:cNvSpPr>
          <p:nvPr>
            <p:ph type="sldNum" sz="quarter" idx="5"/>
          </p:nvPr>
        </p:nvSpPr>
        <p:spPr/>
        <p:txBody>
          <a:bodyPr/>
          <a:lstStyle/>
          <a:p>
            <a:fld id="{260F880B-294E-4558-A5C5-E84DACE1A7AD}" type="slidenum">
              <a:t>3</a:t>
            </a:fld>
            <a:endParaRPr lang="en-US"/>
          </a:p>
        </p:txBody>
      </p:sp>
    </p:spTree>
    <p:extLst>
      <p:ext uri="{BB962C8B-B14F-4D97-AF65-F5344CB8AC3E}">
        <p14:creationId xmlns:p14="http://schemas.microsoft.com/office/powerpoint/2010/main" val="817899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story runs over six weeks, from the formal request on Monday 5 October to the Executive Committee on Thursday 12 November. Each session picks up one chapter: Outlook in Week 1, Excel in Week 3, Word in Week 5 and PowerPoint in Week 6. Weeks 2 and 4 happen between our sessions: the client meeting, and the credit and compliance review. Each session stands alone, so you can join them in any order.</a:t>
            </a:r>
          </a:p>
        </p:txBody>
      </p:sp>
      <p:sp>
        <p:nvSpPr>
          <p:cNvPr id="4" name="Slide Number Placeholder 3"/>
          <p:cNvSpPr>
            <a:spLocks noGrp="1"/>
          </p:cNvSpPr>
          <p:nvPr>
            <p:ph type="sldNum" sz="quarter" idx="5"/>
          </p:nvPr>
        </p:nvSpPr>
        <p:spPr/>
        <p:txBody>
          <a:bodyPr/>
          <a:lstStyle/>
          <a:p>
            <a:fld id="{260F880B-294E-4558-A5C5-E84DACE1A7AD}" type="slidenum">
              <a:t>4</a:t>
            </a:fld>
            <a:endParaRPr lang="en-US"/>
          </a:p>
        </p:txBody>
      </p:sp>
    </p:spTree>
    <p:extLst>
      <p:ext uri="{BB962C8B-B14F-4D97-AF65-F5344CB8AC3E}">
        <p14:creationId xmlns:p14="http://schemas.microsoft.com/office/powerpoint/2010/main" val="1051409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Trainer: show only today's chapter slide. Story so far (read aloud): It's Friday 9 October 2026. On Monday, Fabrikam's CFO formally asked MUFG to lead an €800m financing for the acquisition of Contoso Energy Materials. Haruka Sato launched Project Meridian on Tuesday. Since then Risk, Compliance, Operations, Finance and Tokyo Head Office have all been emailing. You are Thomas; you've been at a client event for two days, the client meeting is on Tuesday and Haruka wants a draft reply to Tokyo today.</a:t>
            </a:r>
          </a:p>
        </p:txBody>
      </p:sp>
      <p:sp>
        <p:nvSpPr>
          <p:cNvPr id="4" name="Slide Number Placeholder 3"/>
          <p:cNvSpPr>
            <a:spLocks noGrp="1"/>
          </p:cNvSpPr>
          <p:nvPr>
            <p:ph type="sldNum" sz="quarter" idx="5"/>
          </p:nvPr>
        </p:nvSpPr>
        <p:spPr/>
        <p:txBody>
          <a:bodyPr/>
          <a:lstStyle/>
          <a:p>
            <a:fld id="{260F880B-294E-4558-A5C5-E84DACE1A7AD}" type="slidenum">
              <a:t>5</a:t>
            </a:fld>
            <a:endParaRPr lang="en-US"/>
          </a:p>
        </p:txBody>
      </p:sp>
    </p:spTree>
    <p:extLst>
      <p:ext uri="{BB962C8B-B14F-4D97-AF65-F5344CB8AC3E}">
        <p14:creationId xmlns:p14="http://schemas.microsoft.com/office/powerpoint/2010/main" val="176509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Trainer: show only today's chapter slide. Story so far (read aloud): It's Wednesday 21 October 2026. Next Tuesday the credit and compliance review will discuss Project Meridian. Haruka needs two answers: how did the EMEA corporate portfolio perform in Q3, and how much of the Fabrikam loan can MUFG keep – €200m, €250m or €300m – without breaking its risk appetite?</a:t>
            </a:r>
          </a:p>
        </p:txBody>
      </p:sp>
      <p:sp>
        <p:nvSpPr>
          <p:cNvPr id="4" name="Slide Number Placeholder 3"/>
          <p:cNvSpPr>
            <a:spLocks noGrp="1"/>
          </p:cNvSpPr>
          <p:nvPr>
            <p:ph type="sldNum" sz="quarter" idx="5"/>
          </p:nvPr>
        </p:nvSpPr>
        <p:spPr/>
        <p:txBody>
          <a:bodyPr/>
          <a:lstStyle/>
          <a:p>
            <a:fld id="{260F880B-294E-4558-A5C5-E84DACE1A7AD}" type="slidenum">
              <a:t>6</a:t>
            </a:fld>
            <a:endParaRPr lang="en-US"/>
          </a:p>
        </p:txBody>
      </p:sp>
    </p:spTree>
    <p:extLst>
      <p:ext uri="{BB962C8B-B14F-4D97-AF65-F5344CB8AC3E}">
        <p14:creationId xmlns:p14="http://schemas.microsoft.com/office/powerpoint/2010/main" val="3643420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Trainer: show only today's chapter slide. Story so far (read aloud): It's Monday 2 November 2026. Fabrikam's indicative proposal and the ExCo pre-read are both due on Friday. The credit and compliance review last week agreed to recommend a €250m final hold with conditions. Thomas has a half-finished draft; the inputs from Risk, Compliance, Operations and Portfolio Management are sitting in separate documents.</a:t>
            </a:r>
          </a:p>
        </p:txBody>
      </p:sp>
      <p:sp>
        <p:nvSpPr>
          <p:cNvPr id="4" name="Slide Number Placeholder 3"/>
          <p:cNvSpPr>
            <a:spLocks noGrp="1"/>
          </p:cNvSpPr>
          <p:nvPr>
            <p:ph type="sldNum" sz="quarter" idx="5"/>
          </p:nvPr>
        </p:nvSpPr>
        <p:spPr/>
        <p:txBody>
          <a:bodyPr/>
          <a:lstStyle/>
          <a:p>
            <a:fld id="{260F880B-294E-4558-A5C5-E84DACE1A7AD}" type="slidenum">
              <a:t>7</a:t>
            </a:fld>
            <a:endParaRPr lang="en-US"/>
          </a:p>
        </p:txBody>
      </p:sp>
    </p:spTree>
    <p:extLst>
      <p:ext uri="{BB962C8B-B14F-4D97-AF65-F5344CB8AC3E}">
        <p14:creationId xmlns:p14="http://schemas.microsoft.com/office/powerpoint/2010/main" val="3954842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Trainer: show only today's chapter slide. Story so far (read aloud): It's Monday 9 November 2026. The Executive Briefing was approved on Friday and recommends a €250m final hold with three conditions. On Thursday 12 November, Haruka presents it to the EMEA Executive Committee in a ten-minute slot. She needs a clear, decision-oriented deck with speaker notes by tomorrow morning.</a:t>
            </a:r>
          </a:p>
        </p:txBody>
      </p:sp>
      <p:sp>
        <p:nvSpPr>
          <p:cNvPr id="4" name="Slide Number Placeholder 3"/>
          <p:cNvSpPr>
            <a:spLocks noGrp="1"/>
          </p:cNvSpPr>
          <p:nvPr>
            <p:ph type="sldNum" sz="quarter" idx="5"/>
          </p:nvPr>
        </p:nvSpPr>
        <p:spPr/>
        <p:txBody>
          <a:bodyPr/>
          <a:lstStyle/>
          <a:p>
            <a:fld id="{260F880B-294E-4558-A5C5-E84DACE1A7AD}" type="slidenum">
              <a:t>8</a:t>
            </a:fld>
            <a:endParaRPr lang="en-US"/>
          </a:p>
        </p:txBody>
      </p:sp>
    </p:spTree>
    <p:extLst>
      <p:ext uri="{BB962C8B-B14F-4D97-AF65-F5344CB8AC3E}">
        <p14:creationId xmlns:p14="http://schemas.microsoft.com/office/powerpoint/2010/main" val="3963353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is demonstration-led: I will work through the story in three short phases, then give you a five-minute challenge and a coach prompt to take away. Watch for the business question behind each step rather than the button. Good prompts carry a goal, context, sources and expectations. Copilot drafts; you decide, and you remain accountable. Its wording will vary from mine, so always check the numbers against the source before you share anything.</a:t>
            </a:r>
          </a:p>
        </p:txBody>
      </p:sp>
      <p:sp>
        <p:nvSpPr>
          <p:cNvPr id="4" name="Slide Number Placeholder 3"/>
          <p:cNvSpPr>
            <a:spLocks noGrp="1"/>
          </p:cNvSpPr>
          <p:nvPr>
            <p:ph type="sldNum" sz="quarter" idx="5"/>
          </p:nvPr>
        </p:nvSpPr>
        <p:spPr/>
        <p:txBody>
          <a:bodyPr/>
          <a:lstStyle/>
          <a:p>
            <a:fld id="{260F880B-294E-4558-A5C5-E84DACE1A7AD}" type="slidenum">
              <a:t>9</a:t>
            </a:fld>
            <a:endParaRPr lang="en-US"/>
          </a:p>
        </p:txBody>
      </p:sp>
    </p:spTree>
    <p:extLst>
      <p:ext uri="{BB962C8B-B14F-4D97-AF65-F5344CB8AC3E}">
        <p14:creationId xmlns:p14="http://schemas.microsoft.com/office/powerpoint/2010/main" val="2877005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we finish, here is a prompt you can reuse on your own work. Replace the brackets with your role, your team and the app, paste it into Microsoft 365 Copilot Chat, and answer the questions it asks you. The Learner Prompt Cards give you ready-to-use prompts for Outlook, Word, Excel and PowerPoint, plus the 'Check before you share' checklist. For product details, Microsoft Learn is the best place to go next. Thank you for joining.</a:t>
            </a:r>
          </a:p>
        </p:txBody>
      </p:sp>
      <p:sp>
        <p:nvSpPr>
          <p:cNvPr id="4" name="Slide Number Placeholder 3"/>
          <p:cNvSpPr>
            <a:spLocks noGrp="1"/>
          </p:cNvSpPr>
          <p:nvPr>
            <p:ph type="sldNum" sz="quarter" idx="5"/>
          </p:nvPr>
        </p:nvSpPr>
        <p:spPr/>
        <p:txBody>
          <a:bodyPr/>
          <a:lstStyle/>
          <a:p>
            <a:fld id="{260F880B-294E-4558-A5C5-E84DACE1A7AD}" type="slidenum">
              <a:t>10</a:t>
            </a:fld>
            <a:endParaRPr lang="en-US"/>
          </a:p>
        </p:txBody>
      </p:sp>
    </p:spTree>
    <p:extLst>
      <p:ext uri="{BB962C8B-B14F-4D97-AF65-F5344CB8AC3E}">
        <p14:creationId xmlns:p14="http://schemas.microsoft.com/office/powerpoint/2010/main" val="3291958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10399" name="globe">
            <a:extLst>
              <a:ext uri="{FF2B5EF4-FFF2-40B4-BE49-F238E27FC236}">
                <a16:creationId xmlns:a16="http://schemas.microsoft.com/office/drawing/2014/main" id="{2313B1D2-41BF-A718-4138-80732A53DC51}"/>
              </a:ext>
            </a:extLst>
          </p:cNvPr>
          <p:cNvSpPr/>
          <p:nvPr/>
        </p:nvSpPr>
        <p:spPr>
          <a:xfrm>
            <a:off x="7269480" y="1463040"/>
            <a:ext cx="3931920" cy="3931920"/>
          </a:xfrm>
          <a:prstGeom prst="ellipse">
            <a:avLst/>
          </a:prstGeom>
          <a:solidFill>
            <a:srgbClr val="FFFFFF">
              <a:alpha val="0"/>
            </a:srgbClr>
          </a:solidFill>
          <a:ln w="12700">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01" name="Oval 10400">
            <a:extLst>
              <a:ext uri="{FF2B5EF4-FFF2-40B4-BE49-F238E27FC236}">
                <a16:creationId xmlns:a16="http://schemas.microsoft.com/office/drawing/2014/main" id="{C079403F-DF12-3A97-1968-2E0385B52711}"/>
              </a:ext>
            </a:extLst>
          </p:cNvPr>
          <p:cNvSpPr/>
          <p:nvPr/>
        </p:nvSpPr>
        <p:spPr>
          <a:xfrm>
            <a:off x="8482477" y="1463040"/>
            <a:ext cx="1505925" cy="3931920"/>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04" name="Oval 10403">
            <a:extLst>
              <a:ext uri="{FF2B5EF4-FFF2-40B4-BE49-F238E27FC236}">
                <a16:creationId xmlns:a16="http://schemas.microsoft.com/office/drawing/2014/main" id="{3044EAF6-1701-D1C4-0525-93A714385D06}"/>
              </a:ext>
            </a:extLst>
          </p:cNvPr>
          <p:cNvSpPr/>
          <p:nvPr/>
        </p:nvSpPr>
        <p:spPr>
          <a:xfrm>
            <a:off x="7845506" y="1463040"/>
            <a:ext cx="2779867" cy="3931920"/>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08" name="Oval 10407">
            <a:extLst>
              <a:ext uri="{FF2B5EF4-FFF2-40B4-BE49-F238E27FC236}">
                <a16:creationId xmlns:a16="http://schemas.microsoft.com/office/drawing/2014/main" id="{8B6DE2B0-6F9E-ABB1-DA73-A2013004546F}"/>
              </a:ext>
            </a:extLst>
          </p:cNvPr>
          <p:cNvSpPr/>
          <p:nvPr/>
        </p:nvSpPr>
        <p:spPr>
          <a:xfrm>
            <a:off x="7418892" y="1463040"/>
            <a:ext cx="3633094" cy="3931920"/>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13" name="Oval 10412">
            <a:extLst>
              <a:ext uri="{FF2B5EF4-FFF2-40B4-BE49-F238E27FC236}">
                <a16:creationId xmlns:a16="http://schemas.microsoft.com/office/drawing/2014/main" id="{4250B335-0344-1692-8902-7C4E147D4103}"/>
              </a:ext>
            </a:extLst>
          </p:cNvPr>
          <p:cNvSpPr/>
          <p:nvPr/>
        </p:nvSpPr>
        <p:spPr>
          <a:xfrm>
            <a:off x="8252460" y="4843193"/>
            <a:ext cx="1965960" cy="47560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19" name="Oval 10418">
            <a:extLst>
              <a:ext uri="{FF2B5EF4-FFF2-40B4-BE49-F238E27FC236}">
                <a16:creationId xmlns:a16="http://schemas.microsoft.com/office/drawing/2014/main" id="{2C27A9AC-1971-7206-A92D-DAB0D1349B14}"/>
              </a:ext>
            </a:extLst>
          </p:cNvPr>
          <p:cNvSpPr/>
          <p:nvPr/>
        </p:nvSpPr>
        <p:spPr>
          <a:xfrm>
            <a:off x="7532868" y="3970892"/>
            <a:ext cx="3405142" cy="82377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26" name="Oval 10425">
            <a:extLst>
              <a:ext uri="{FF2B5EF4-FFF2-40B4-BE49-F238E27FC236}">
                <a16:creationId xmlns:a16="http://schemas.microsoft.com/office/drawing/2014/main" id="{3D515B6A-27FC-B289-5F86-705FB3775E71}"/>
              </a:ext>
            </a:extLst>
          </p:cNvPr>
          <p:cNvSpPr/>
          <p:nvPr/>
        </p:nvSpPr>
        <p:spPr>
          <a:xfrm>
            <a:off x="7269480" y="2953391"/>
            <a:ext cx="3931920" cy="951217"/>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34" name="Oval 10433">
            <a:extLst>
              <a:ext uri="{FF2B5EF4-FFF2-40B4-BE49-F238E27FC236}">
                <a16:creationId xmlns:a16="http://schemas.microsoft.com/office/drawing/2014/main" id="{3C16A6BC-C13D-6BFB-B387-E9C5BACDD2D1}"/>
              </a:ext>
            </a:extLst>
          </p:cNvPr>
          <p:cNvSpPr/>
          <p:nvPr/>
        </p:nvSpPr>
        <p:spPr>
          <a:xfrm>
            <a:off x="7532868" y="2063329"/>
            <a:ext cx="3405142" cy="82377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43" name="Oval 10442">
            <a:extLst>
              <a:ext uri="{FF2B5EF4-FFF2-40B4-BE49-F238E27FC236}">
                <a16:creationId xmlns:a16="http://schemas.microsoft.com/office/drawing/2014/main" id="{68A7A6B6-053F-A52F-88E7-50DB1A0BBCB8}"/>
              </a:ext>
            </a:extLst>
          </p:cNvPr>
          <p:cNvSpPr/>
          <p:nvPr/>
        </p:nvSpPr>
        <p:spPr>
          <a:xfrm>
            <a:off x="8252460" y="1539197"/>
            <a:ext cx="1965960" cy="475608"/>
          </a:xfrm>
          <a:prstGeom prst="ellipse">
            <a:avLst/>
          </a:prstGeom>
          <a:solidFill>
            <a:srgbClr val="FFFFFF">
              <a:alpha val="0"/>
            </a:srgbClr>
          </a:solidFill>
          <a:ln w="9525">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53" name="primeMeridian">
            <a:extLst>
              <a:ext uri="{FF2B5EF4-FFF2-40B4-BE49-F238E27FC236}">
                <a16:creationId xmlns:a16="http://schemas.microsoft.com/office/drawing/2014/main" id="{DAF7FB95-9CBA-1AB2-15B2-C569A3F03C8F}"/>
              </a:ext>
            </a:extLst>
          </p:cNvPr>
          <p:cNvSpPr/>
          <p:nvPr/>
        </p:nvSpPr>
        <p:spPr>
          <a:xfrm>
            <a:off x="9225915" y="1463040"/>
            <a:ext cx="19050" cy="3931920"/>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64" name="coverTitle">
            <a:extLst>
              <a:ext uri="{FF2B5EF4-FFF2-40B4-BE49-F238E27FC236}">
                <a16:creationId xmlns:a16="http://schemas.microsoft.com/office/drawing/2014/main" id="{D2259456-C824-48CF-C547-F8C1C167E983}"/>
              </a:ext>
            </a:extLst>
          </p:cNvPr>
          <p:cNvSpPr/>
          <p:nvPr/>
        </p:nvSpPr>
        <p:spPr>
          <a:xfrm>
            <a:off x="502920" y="2002536"/>
            <a:ext cx="8595360" cy="11064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a:solidFill>
                  <a:srgbClr val="FFFFFF"/>
                </a:solidFill>
                <a:effectLst/>
                <a:latin typeface="Georgia" panose="02040502050405020303" pitchFamily="18" charset="0"/>
              </a:rPr>
              <a:t>Project Meridian</a:t>
            </a:r>
          </a:p>
          <a:p>
            <a:pPr algn="l">
              <a:buNone/>
            </a:pPr>
            <a:r>
              <a:rPr lang="en-US" sz="100">
                <a:effectLst/>
              </a:rPr>
              <a:t> </a:t>
            </a:r>
            <a:endParaRPr lang="en-US"/>
          </a:p>
        </p:txBody>
      </p:sp>
      <p:sp>
        <p:nvSpPr>
          <p:cNvPr id="10476" name="coverSub">
            <a:extLst>
              <a:ext uri="{FF2B5EF4-FFF2-40B4-BE49-F238E27FC236}">
                <a16:creationId xmlns:a16="http://schemas.microsoft.com/office/drawing/2014/main" id="{617E3A58-D433-857E-C849-F0961E1469E1}"/>
              </a:ext>
            </a:extLst>
          </p:cNvPr>
          <p:cNvSpPr/>
          <p:nvPr/>
        </p:nvSpPr>
        <p:spPr>
          <a:xfrm>
            <a:off x="502920" y="3108960"/>
            <a:ext cx="77724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FFFFF"/>
                </a:solidFill>
                <a:effectLst/>
                <a:latin typeface="Calibri" panose="020F0502020204030204" pitchFamily="34" charset="0"/>
              </a:rPr>
              <a:t>A Microsoft 365 Copilot business scenario</a:t>
            </a:r>
          </a:p>
          <a:p>
            <a:pPr algn="l">
              <a:buNone/>
            </a:pPr>
            <a:r>
              <a:rPr lang="en-US" sz="100">
                <a:effectLst/>
              </a:rPr>
              <a:t> </a:t>
            </a:r>
            <a:endParaRPr lang="en-US"/>
          </a:p>
        </p:txBody>
      </p:sp>
      <p:sp>
        <p:nvSpPr>
          <p:cNvPr id="10489" name="coverTag">
            <a:extLst>
              <a:ext uri="{FF2B5EF4-FFF2-40B4-BE49-F238E27FC236}">
                <a16:creationId xmlns:a16="http://schemas.microsoft.com/office/drawing/2014/main" id="{06B57727-B240-AE30-0E67-FDE860749271}"/>
              </a:ext>
            </a:extLst>
          </p:cNvPr>
          <p:cNvSpPr/>
          <p:nvPr/>
        </p:nvSpPr>
        <p:spPr>
          <a:xfrm>
            <a:off x="502920" y="3657600"/>
            <a:ext cx="6400800"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B9C4D6"/>
                </a:solidFill>
                <a:effectLst/>
                <a:latin typeface="Calibri" panose="020F0502020204030204" pitchFamily="34" charset="0"/>
              </a:rPr>
              <a:t>MUFG EMEA · Fictional training scenario</a:t>
            </a:r>
          </a:p>
          <a:p>
            <a:pPr algn="l">
              <a:buNone/>
            </a:pPr>
            <a:r>
              <a:rPr lang="en-US" sz="100">
                <a:effectLst/>
              </a:rPr>
              <a:t> </a:t>
            </a:r>
            <a:endParaRPr lang="en-US"/>
          </a:p>
        </p:txBody>
      </p:sp>
      <p:sp>
        <p:nvSpPr>
          <p:cNvPr id="10503" name="coverTrainer">
            <a:extLst>
              <a:ext uri="{FF2B5EF4-FFF2-40B4-BE49-F238E27FC236}">
                <a16:creationId xmlns:a16="http://schemas.microsoft.com/office/drawing/2014/main" id="{CE2432E9-C57B-92D9-EA49-FA727BC4F970}"/>
              </a:ext>
            </a:extLst>
          </p:cNvPr>
          <p:cNvSpPr/>
          <p:nvPr/>
        </p:nvSpPr>
        <p:spPr>
          <a:xfrm>
            <a:off x="502920" y="4937760"/>
            <a:ext cx="64008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FFFFF"/>
                </a:solidFill>
                <a:effectLst/>
                <a:latin typeface="Calibri" panose="020F0502020204030204" pitchFamily="34" charset="0"/>
              </a:rPr>
              <a:t>Sarah Allali, Senior Technical Trainer, Microsoft</a:t>
            </a:r>
          </a:p>
          <a:p>
            <a:pPr algn="l">
              <a:buNone/>
            </a:pPr>
            <a:r>
              <a:rPr lang="en-US" sz="1400">
                <a:solidFill>
                  <a:srgbClr val="B9C4D6"/>
                </a:solidFill>
                <a:effectLst/>
                <a:latin typeface="Calibri" panose="020F0502020204030204" pitchFamily="34" charset="0"/>
              </a:rPr>
              <a:t>October 2026</a:t>
            </a:r>
            <a:endParaRPr lang="en-US"/>
          </a:p>
        </p:txBody>
      </p:sp>
      <p:sp>
        <p:nvSpPr>
          <p:cNvPr id="10518" name="label0">
            <a:extLst>
              <a:ext uri="{FF2B5EF4-FFF2-40B4-BE49-F238E27FC236}">
                <a16:creationId xmlns:a16="http://schemas.microsoft.com/office/drawing/2014/main" id="{82F06408-D688-FC41-3836-3EB150D5A129}"/>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9C4D6"/>
                </a:solidFill>
                <a:effectLst/>
                <a:latin typeface="Calibri" panose="020F0502020204030204" pitchFamily="34" charset="0"/>
              </a:rPr>
              <a:t>Fictional training scenario</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34" name="title1">
            <a:extLst>
              <a:ext uri="{FF2B5EF4-FFF2-40B4-BE49-F238E27FC236}">
                <a16:creationId xmlns:a16="http://schemas.microsoft.com/office/drawing/2014/main" id="{79E84F5C-2462-6707-4450-4337105F543D}"/>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Six weeks to answer one question</a:t>
            </a:r>
          </a:p>
          <a:p>
            <a:pPr algn="l">
              <a:buNone/>
            </a:pPr>
            <a:r>
              <a:rPr lang="en-US" sz="100">
                <a:effectLst/>
              </a:rPr>
              <a:t> </a:t>
            </a:r>
            <a:endParaRPr lang="en-US"/>
          </a:p>
        </p:txBody>
      </p:sp>
      <p:sp>
        <p:nvSpPr>
          <p:cNvPr id="10551" name="premise1">
            <a:extLst>
              <a:ext uri="{FF2B5EF4-FFF2-40B4-BE49-F238E27FC236}">
                <a16:creationId xmlns:a16="http://schemas.microsoft.com/office/drawing/2014/main" id="{B38D3ED1-E09E-A723-96A2-B974A64AFF9F}"/>
              </a:ext>
            </a:extLst>
          </p:cNvPr>
          <p:cNvSpPr/>
          <p:nvPr/>
        </p:nvSpPr>
        <p:spPr>
          <a:xfrm>
            <a:off x="502920" y="1600200"/>
            <a:ext cx="621792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Fabrikam Industries, a long-standing Tokyo-headquartered client, asks MUFG EMEA to lead an €800m financing to buy Contoso Energy Materials, a European battery-materials recycler.</a:t>
            </a:r>
          </a:p>
          <a:p>
            <a:pPr algn="l">
              <a:buNone/>
            </a:pPr>
            <a:r>
              <a:rPr lang="en-US" sz="100">
                <a:effectLst/>
              </a:rPr>
              <a:t> </a:t>
            </a:r>
            <a:endParaRPr lang="en-US"/>
          </a:p>
        </p:txBody>
      </p:sp>
      <p:sp>
        <p:nvSpPr>
          <p:cNvPr id="10569" name="premise2">
            <a:extLst>
              <a:ext uri="{FF2B5EF4-FFF2-40B4-BE49-F238E27FC236}">
                <a16:creationId xmlns:a16="http://schemas.microsoft.com/office/drawing/2014/main" id="{0C8648DE-0EF8-814C-6B67-EDA4D4CE4CF0}"/>
              </a:ext>
            </a:extLst>
          </p:cNvPr>
          <p:cNvSpPr/>
          <p:nvPr/>
        </p:nvSpPr>
        <p:spPr>
          <a:xfrm>
            <a:off x="502920" y="2674620"/>
            <a:ext cx="62179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Corporate Banking has six weeks to assess the deal, align Risk, Compliance and Operations, and make a recommendation to the EMEA Executive Committee.</a:t>
            </a:r>
          </a:p>
          <a:p>
            <a:pPr algn="l">
              <a:buNone/>
            </a:pPr>
            <a:r>
              <a:rPr lang="en-US" sz="100">
                <a:effectLst/>
              </a:rPr>
              <a:t> </a:t>
            </a:r>
            <a:endParaRPr lang="en-US"/>
          </a:p>
        </p:txBody>
      </p:sp>
      <p:sp>
        <p:nvSpPr>
          <p:cNvPr id="10588" name="factsPanel">
            <a:extLst>
              <a:ext uri="{FF2B5EF4-FFF2-40B4-BE49-F238E27FC236}">
                <a16:creationId xmlns:a16="http://schemas.microsoft.com/office/drawing/2014/main" id="{EE748C0F-1087-3710-CDE7-2635A60EE385}"/>
              </a:ext>
            </a:extLst>
          </p:cNvPr>
          <p:cNvSpPr/>
          <p:nvPr/>
        </p:nvSpPr>
        <p:spPr>
          <a:xfrm>
            <a:off x="594360" y="3657600"/>
            <a:ext cx="6035040" cy="237744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08" name="factFig0">
            <a:extLst>
              <a:ext uri="{FF2B5EF4-FFF2-40B4-BE49-F238E27FC236}">
                <a16:creationId xmlns:a16="http://schemas.microsoft.com/office/drawing/2014/main" id="{B8E2BE1B-C226-5AEB-1CA1-1CACD0F73F0F}"/>
              </a:ext>
            </a:extLst>
          </p:cNvPr>
          <p:cNvSpPr/>
          <p:nvPr/>
        </p:nvSpPr>
        <p:spPr>
          <a:xfrm>
            <a:off x="640080" y="3794760"/>
            <a:ext cx="214884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Calibri" panose="020F0502020204030204" pitchFamily="34" charset="0"/>
              </a:rPr>
              <a:t>€800m</a:t>
            </a:r>
          </a:p>
          <a:p>
            <a:pPr algn="l">
              <a:buNone/>
            </a:pPr>
            <a:r>
              <a:rPr lang="en-US" sz="100">
                <a:effectLst/>
              </a:rPr>
              <a:t> </a:t>
            </a:r>
            <a:endParaRPr lang="en-US"/>
          </a:p>
        </p:txBody>
      </p:sp>
      <p:sp>
        <p:nvSpPr>
          <p:cNvPr id="10629" name="factLab0">
            <a:extLst>
              <a:ext uri="{FF2B5EF4-FFF2-40B4-BE49-F238E27FC236}">
                <a16:creationId xmlns:a16="http://schemas.microsoft.com/office/drawing/2014/main" id="{6B7DC3CF-5D00-5270-C36B-6E3CDEBEE953}"/>
              </a:ext>
            </a:extLst>
          </p:cNvPr>
          <p:cNvSpPr/>
          <p:nvPr/>
        </p:nvSpPr>
        <p:spPr>
          <a:xfrm>
            <a:off x="2606040" y="3794760"/>
            <a:ext cx="397764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Term Loan A €600m + revolving credit facility €200m</a:t>
            </a:r>
          </a:p>
          <a:p>
            <a:pPr algn="l">
              <a:buNone/>
            </a:pPr>
            <a:r>
              <a:rPr lang="en-US" sz="100">
                <a:effectLst/>
              </a:rPr>
              <a:t> </a:t>
            </a:r>
            <a:endParaRPr lang="en-US"/>
          </a:p>
        </p:txBody>
      </p:sp>
      <p:sp>
        <p:nvSpPr>
          <p:cNvPr id="10651" name="factFig1">
            <a:extLst>
              <a:ext uri="{FF2B5EF4-FFF2-40B4-BE49-F238E27FC236}">
                <a16:creationId xmlns:a16="http://schemas.microsoft.com/office/drawing/2014/main" id="{1720CAA4-B519-7AF1-6DCD-9E4536DAEA81}"/>
              </a:ext>
            </a:extLst>
          </p:cNvPr>
          <p:cNvSpPr/>
          <p:nvPr/>
        </p:nvSpPr>
        <p:spPr>
          <a:xfrm>
            <a:off x="640080" y="4575810"/>
            <a:ext cx="214884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Calibri" panose="020F0502020204030204" pitchFamily="34" charset="0"/>
              </a:rPr>
              <a:t>€1,200m</a:t>
            </a:r>
          </a:p>
          <a:p>
            <a:pPr algn="l">
              <a:buNone/>
            </a:pPr>
            <a:r>
              <a:rPr lang="en-US" sz="100">
                <a:effectLst/>
              </a:rPr>
              <a:t> </a:t>
            </a:r>
            <a:endParaRPr lang="en-US"/>
          </a:p>
        </p:txBody>
      </p:sp>
      <p:sp>
        <p:nvSpPr>
          <p:cNvPr id="10674" name="factLab1">
            <a:extLst>
              <a:ext uri="{FF2B5EF4-FFF2-40B4-BE49-F238E27FC236}">
                <a16:creationId xmlns:a16="http://schemas.microsoft.com/office/drawing/2014/main" id="{209FED02-86E3-04DB-C4D2-BB4BDBA4199C}"/>
              </a:ext>
            </a:extLst>
          </p:cNvPr>
          <p:cNvSpPr/>
          <p:nvPr/>
        </p:nvSpPr>
        <p:spPr>
          <a:xfrm>
            <a:off x="2606040" y="4575810"/>
            <a:ext cx="397764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Enterprise value of Contoso Energy Materials</a:t>
            </a:r>
          </a:p>
          <a:p>
            <a:pPr algn="l">
              <a:buNone/>
            </a:pPr>
            <a:r>
              <a:rPr lang="en-US" sz="100">
                <a:effectLst/>
              </a:rPr>
              <a:t> </a:t>
            </a:r>
            <a:endParaRPr lang="en-US"/>
          </a:p>
        </p:txBody>
      </p:sp>
      <p:sp>
        <p:nvSpPr>
          <p:cNvPr id="10698" name="factFig2">
            <a:extLst>
              <a:ext uri="{FF2B5EF4-FFF2-40B4-BE49-F238E27FC236}">
                <a16:creationId xmlns:a16="http://schemas.microsoft.com/office/drawing/2014/main" id="{3349BE4A-A778-A8D0-A3F4-8AE1E83DA756}"/>
              </a:ext>
            </a:extLst>
          </p:cNvPr>
          <p:cNvSpPr/>
          <p:nvPr/>
        </p:nvSpPr>
        <p:spPr>
          <a:xfrm>
            <a:off x="640080" y="5356860"/>
            <a:ext cx="214884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Calibri" panose="020F0502020204030204" pitchFamily="34" charset="0"/>
              </a:rPr>
              <a:t>6 weeks</a:t>
            </a:r>
          </a:p>
          <a:p>
            <a:pPr algn="l">
              <a:buNone/>
            </a:pPr>
            <a:r>
              <a:rPr lang="en-US" sz="100">
                <a:effectLst/>
              </a:rPr>
              <a:t> </a:t>
            </a:r>
            <a:endParaRPr lang="en-US"/>
          </a:p>
        </p:txBody>
      </p:sp>
      <p:sp>
        <p:nvSpPr>
          <p:cNvPr id="10723" name="factLab2">
            <a:extLst>
              <a:ext uri="{FF2B5EF4-FFF2-40B4-BE49-F238E27FC236}">
                <a16:creationId xmlns:a16="http://schemas.microsoft.com/office/drawing/2014/main" id="{EA236D5D-A885-8F5E-A857-605C3DA3CCE4}"/>
              </a:ext>
            </a:extLst>
          </p:cNvPr>
          <p:cNvSpPr/>
          <p:nvPr/>
        </p:nvSpPr>
        <p:spPr>
          <a:xfrm>
            <a:off x="2606040" y="5463540"/>
            <a:ext cx="397764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5 October to 12 November 2026</a:t>
            </a:r>
          </a:p>
          <a:p>
            <a:pPr algn="l">
              <a:buNone/>
            </a:pPr>
            <a:r>
              <a:rPr lang="en-US" sz="100">
                <a:effectLst/>
              </a:rPr>
              <a:t> </a:t>
            </a:r>
            <a:endParaRPr lang="en-US"/>
          </a:p>
        </p:txBody>
      </p:sp>
      <p:sp>
        <p:nvSpPr>
          <p:cNvPr id="10749" name="questionCard">
            <a:extLst>
              <a:ext uri="{FF2B5EF4-FFF2-40B4-BE49-F238E27FC236}">
                <a16:creationId xmlns:a16="http://schemas.microsoft.com/office/drawing/2014/main" id="{B9604B29-5868-D14C-FC8F-1D7B8DD0BCEF}"/>
              </a:ext>
            </a:extLst>
          </p:cNvPr>
          <p:cNvSpPr/>
          <p:nvPr/>
        </p:nvSpPr>
        <p:spPr>
          <a:xfrm>
            <a:off x="6931152" y="1600200"/>
            <a:ext cx="4666488" cy="4434840"/>
          </a:xfrm>
          <a:prstGeom prst="rect">
            <a:avLst/>
          </a:prstGeom>
          <a:solidFill>
            <a:srgbClr val="A6192E"/>
          </a:solidFill>
          <a:ln w="12700">
            <a:solidFill>
              <a:srgbClr val="A6192E">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76" name="qEyebrow">
            <a:extLst>
              <a:ext uri="{FF2B5EF4-FFF2-40B4-BE49-F238E27FC236}">
                <a16:creationId xmlns:a16="http://schemas.microsoft.com/office/drawing/2014/main" id="{4BB9E94D-32BA-0C80-20FE-FBF2BC9D05DC}"/>
              </a:ext>
            </a:extLst>
          </p:cNvPr>
          <p:cNvSpPr/>
          <p:nvPr/>
        </p:nvSpPr>
        <p:spPr>
          <a:xfrm>
            <a:off x="7159752" y="1987296"/>
            <a:ext cx="420928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spc="200">
                <a:solidFill>
                  <a:srgbClr val="FFFFFF"/>
                </a:solidFill>
                <a:effectLst/>
                <a:latin typeface="Calibri" panose="020F0502020204030204" pitchFamily="34" charset="0"/>
              </a:rPr>
              <a:t>THE CENTRAL QUESTION</a:t>
            </a:r>
          </a:p>
          <a:p>
            <a:pPr algn="l">
              <a:buNone/>
            </a:pPr>
            <a:r>
              <a:rPr lang="en-US" sz="100">
                <a:effectLst/>
              </a:rPr>
              <a:t> </a:t>
            </a:r>
            <a:endParaRPr lang="en-US"/>
          </a:p>
        </p:txBody>
      </p:sp>
      <p:sp>
        <p:nvSpPr>
          <p:cNvPr id="10804" name="question">
            <a:extLst>
              <a:ext uri="{FF2B5EF4-FFF2-40B4-BE49-F238E27FC236}">
                <a16:creationId xmlns:a16="http://schemas.microsoft.com/office/drawing/2014/main" id="{C90D3FFF-6127-04D9-192B-15B448BECD39}"/>
              </a:ext>
            </a:extLst>
          </p:cNvPr>
          <p:cNvSpPr/>
          <p:nvPr/>
        </p:nvSpPr>
        <p:spPr>
          <a:xfrm>
            <a:off x="7159752" y="2417064"/>
            <a:ext cx="4209288" cy="2552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FFFFFF"/>
                </a:solidFill>
                <a:effectLst/>
                <a:latin typeface="Calibri" panose="020F0502020204030204" pitchFamily="34" charset="0"/>
              </a:rPr>
              <a:t>Should MUFG EMEA lead Fabrikam's €800m acquisition financing – and on what terms – given our portfolio, risk appetite, compliance obligations and operational readiness?</a:t>
            </a:r>
          </a:p>
          <a:p>
            <a:pPr algn="l">
              <a:buNone/>
            </a:pPr>
            <a:r>
              <a:rPr lang="en-US" sz="100">
                <a:effectLst/>
              </a:rPr>
              <a:t> </a:t>
            </a:r>
            <a:endParaRPr lang="en-US"/>
          </a:p>
        </p:txBody>
      </p:sp>
      <p:sp>
        <p:nvSpPr>
          <p:cNvPr id="10833" name="qDecision">
            <a:extLst>
              <a:ext uri="{FF2B5EF4-FFF2-40B4-BE49-F238E27FC236}">
                <a16:creationId xmlns:a16="http://schemas.microsoft.com/office/drawing/2014/main" id="{2F3487A5-C6AC-6BE9-A064-8F438C60CA43}"/>
              </a:ext>
            </a:extLst>
          </p:cNvPr>
          <p:cNvSpPr/>
          <p:nvPr/>
        </p:nvSpPr>
        <p:spPr>
          <a:xfrm>
            <a:off x="7159752" y="5106924"/>
            <a:ext cx="4209288"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F6DADF"/>
                </a:solidFill>
                <a:effectLst/>
                <a:latin typeface="Calibri" panose="020F0502020204030204" pitchFamily="34" charset="0"/>
              </a:rPr>
              <a:t>Decision: EMEA Executive Committee, Thursday 12 November 2026</a:t>
            </a:r>
          </a:p>
          <a:p>
            <a:pPr algn="l">
              <a:buNone/>
            </a:pPr>
            <a:r>
              <a:rPr lang="en-US" sz="100">
                <a:effectLst/>
              </a:rPr>
              <a:t> </a:t>
            </a:r>
            <a:endParaRPr lang="en-US"/>
          </a:p>
        </p:txBody>
      </p:sp>
      <p:sp>
        <p:nvSpPr>
          <p:cNvPr id="10863" name="label1">
            <a:extLst>
              <a:ext uri="{FF2B5EF4-FFF2-40B4-BE49-F238E27FC236}">
                <a16:creationId xmlns:a16="http://schemas.microsoft.com/office/drawing/2014/main" id="{B75A53BA-0A82-4AB0-AF80-39335E3B094A}"/>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Tree>
    <p:extLst>
      <p:ext uri="{BB962C8B-B14F-4D97-AF65-F5344CB8AC3E}">
        <p14:creationId xmlns:p14="http://schemas.microsoft.com/office/powerpoint/2010/main" val="2777126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94" name="title2">
            <a:extLst>
              <a:ext uri="{FF2B5EF4-FFF2-40B4-BE49-F238E27FC236}">
                <a16:creationId xmlns:a16="http://schemas.microsoft.com/office/drawing/2014/main" id="{99069DF2-EBE8-8103-3753-6A8F7FA2868A}"/>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Meet the cast and find your role</a:t>
            </a:r>
          </a:p>
          <a:p>
            <a:pPr algn="l">
              <a:buNone/>
            </a:pPr>
            <a:r>
              <a:rPr lang="en-US" sz="100">
                <a:effectLst/>
              </a:rPr>
              <a:t> </a:t>
            </a:r>
            <a:endParaRPr lang="en-US"/>
          </a:p>
        </p:txBody>
      </p:sp>
      <p:sp>
        <p:nvSpPr>
          <p:cNvPr id="10926" name="card0">
            <a:extLst>
              <a:ext uri="{FF2B5EF4-FFF2-40B4-BE49-F238E27FC236}">
                <a16:creationId xmlns:a16="http://schemas.microsoft.com/office/drawing/2014/main" id="{9FED475C-ECCF-F1C2-D8F3-C22484DAAFAF}"/>
              </a:ext>
            </a:extLst>
          </p:cNvPr>
          <p:cNvSpPr/>
          <p:nvPr/>
        </p:nvSpPr>
        <p:spPr>
          <a:xfrm>
            <a:off x="594360" y="1600200"/>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59" name="card1">
            <a:extLst>
              <a:ext uri="{FF2B5EF4-FFF2-40B4-BE49-F238E27FC236}">
                <a16:creationId xmlns:a16="http://schemas.microsoft.com/office/drawing/2014/main" id="{449ED58E-1C12-1986-C4D4-28048EC54515}"/>
              </a:ext>
            </a:extLst>
          </p:cNvPr>
          <p:cNvSpPr/>
          <p:nvPr/>
        </p:nvSpPr>
        <p:spPr>
          <a:xfrm>
            <a:off x="3395472" y="1600200"/>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93" name="card2">
            <a:extLst>
              <a:ext uri="{FF2B5EF4-FFF2-40B4-BE49-F238E27FC236}">
                <a16:creationId xmlns:a16="http://schemas.microsoft.com/office/drawing/2014/main" id="{C51190CE-E539-4889-A884-295D87DF52C7}"/>
              </a:ext>
            </a:extLst>
          </p:cNvPr>
          <p:cNvSpPr/>
          <p:nvPr/>
        </p:nvSpPr>
        <p:spPr>
          <a:xfrm>
            <a:off x="6196584" y="1600200"/>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28" name="card3">
            <a:extLst>
              <a:ext uri="{FF2B5EF4-FFF2-40B4-BE49-F238E27FC236}">
                <a16:creationId xmlns:a16="http://schemas.microsoft.com/office/drawing/2014/main" id="{F134453C-1AC2-A822-2948-30C83A98075B}"/>
              </a:ext>
            </a:extLst>
          </p:cNvPr>
          <p:cNvSpPr/>
          <p:nvPr/>
        </p:nvSpPr>
        <p:spPr>
          <a:xfrm>
            <a:off x="8997696" y="1600200"/>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64" name="card4">
            <a:extLst>
              <a:ext uri="{FF2B5EF4-FFF2-40B4-BE49-F238E27FC236}">
                <a16:creationId xmlns:a16="http://schemas.microsoft.com/office/drawing/2014/main" id="{FEE38FE0-4997-7AEB-1DD9-4DE4A36D8FD6}"/>
              </a:ext>
            </a:extLst>
          </p:cNvPr>
          <p:cNvSpPr/>
          <p:nvPr/>
        </p:nvSpPr>
        <p:spPr>
          <a:xfrm>
            <a:off x="594360" y="3918204"/>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01" name="card5">
            <a:extLst>
              <a:ext uri="{FF2B5EF4-FFF2-40B4-BE49-F238E27FC236}">
                <a16:creationId xmlns:a16="http://schemas.microsoft.com/office/drawing/2014/main" id="{77A3C31B-E805-C525-012B-8E190E015174}"/>
              </a:ext>
            </a:extLst>
          </p:cNvPr>
          <p:cNvSpPr/>
          <p:nvPr/>
        </p:nvSpPr>
        <p:spPr>
          <a:xfrm>
            <a:off x="3395472" y="3918204"/>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39" name="card6">
            <a:extLst>
              <a:ext uri="{FF2B5EF4-FFF2-40B4-BE49-F238E27FC236}">
                <a16:creationId xmlns:a16="http://schemas.microsoft.com/office/drawing/2014/main" id="{CDC2DB58-184A-6DB1-ED07-3F45E208D5F5}"/>
              </a:ext>
            </a:extLst>
          </p:cNvPr>
          <p:cNvSpPr/>
          <p:nvPr/>
        </p:nvSpPr>
        <p:spPr>
          <a:xfrm>
            <a:off x="6196584" y="3918204"/>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78" name="card7">
            <a:extLst>
              <a:ext uri="{FF2B5EF4-FFF2-40B4-BE49-F238E27FC236}">
                <a16:creationId xmlns:a16="http://schemas.microsoft.com/office/drawing/2014/main" id="{934A6E4B-73ED-9B52-9CB4-8B19C1F7A94D}"/>
              </a:ext>
            </a:extLst>
          </p:cNvPr>
          <p:cNvSpPr/>
          <p:nvPr/>
        </p:nvSpPr>
        <p:spPr>
          <a:xfrm>
            <a:off x="8997696" y="3918204"/>
            <a:ext cx="2599944" cy="2116836"/>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18" name="disc0">
            <a:extLst>
              <a:ext uri="{FF2B5EF4-FFF2-40B4-BE49-F238E27FC236}">
                <a16:creationId xmlns:a16="http://schemas.microsoft.com/office/drawing/2014/main" id="{02540D98-7719-0299-CBA9-85E1E1B26E2A}"/>
              </a:ext>
            </a:extLst>
          </p:cNvPr>
          <p:cNvSpPr/>
          <p:nvPr/>
        </p:nvSpPr>
        <p:spPr>
          <a:xfrm>
            <a:off x="749808" y="1707642"/>
            <a:ext cx="548640" cy="548640"/>
          </a:xfrm>
          <a:prstGeom prst="ellipse">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01" name="city0">
            <a:extLst>
              <a:ext uri="{FF2B5EF4-FFF2-40B4-BE49-F238E27FC236}">
                <a16:creationId xmlns:a16="http://schemas.microsoft.com/office/drawing/2014/main" id="{F75BB381-210A-8994-5E00-CDA42DE87DE9}"/>
              </a:ext>
            </a:extLst>
          </p:cNvPr>
          <p:cNvSpPr/>
          <p:nvPr/>
        </p:nvSpPr>
        <p:spPr>
          <a:xfrm>
            <a:off x="1389888" y="1812798"/>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London</a:t>
            </a:r>
          </a:p>
          <a:p>
            <a:pPr algn="l">
              <a:buNone/>
            </a:pPr>
            <a:r>
              <a:rPr lang="en-US" sz="100">
                <a:effectLst/>
              </a:rPr>
              <a:t> </a:t>
            </a:r>
            <a:endParaRPr lang="en-US"/>
          </a:p>
        </p:txBody>
      </p:sp>
      <p:sp>
        <p:nvSpPr>
          <p:cNvPr id="11344" name="name0">
            <a:extLst>
              <a:ext uri="{FF2B5EF4-FFF2-40B4-BE49-F238E27FC236}">
                <a16:creationId xmlns:a16="http://schemas.microsoft.com/office/drawing/2014/main" id="{FA1FE4A0-B63B-E396-6C54-8B11D9A0E894}"/>
              </a:ext>
            </a:extLst>
          </p:cNvPr>
          <p:cNvSpPr/>
          <p:nvPr/>
        </p:nvSpPr>
        <p:spPr>
          <a:xfrm>
            <a:off x="658368" y="2320290"/>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Haruka Sato</a:t>
            </a:r>
          </a:p>
          <a:p>
            <a:pPr algn="l">
              <a:buNone/>
            </a:pPr>
            <a:r>
              <a:rPr lang="en-US" sz="100">
                <a:effectLst/>
              </a:rPr>
              <a:t> </a:t>
            </a:r>
            <a:endParaRPr lang="en-US"/>
          </a:p>
        </p:txBody>
      </p:sp>
      <p:sp>
        <p:nvSpPr>
          <p:cNvPr id="11388" name="role0">
            <a:extLst>
              <a:ext uri="{FF2B5EF4-FFF2-40B4-BE49-F238E27FC236}">
                <a16:creationId xmlns:a16="http://schemas.microsoft.com/office/drawing/2014/main" id="{DDE1C6FC-14D2-6257-57C9-100488EEAD50}"/>
              </a:ext>
            </a:extLst>
          </p:cNvPr>
          <p:cNvSpPr/>
          <p:nvPr/>
        </p:nvSpPr>
        <p:spPr>
          <a:xfrm>
            <a:off x="658368" y="2667762"/>
            <a:ext cx="2471928" cy="4846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Head of Corporate Banking, EMEA (project sponsor)</a:t>
            </a:r>
          </a:p>
          <a:p>
            <a:pPr algn="l">
              <a:buNone/>
            </a:pPr>
            <a:r>
              <a:rPr lang="en-US" sz="100">
                <a:effectLst/>
              </a:rPr>
              <a:t> </a:t>
            </a:r>
            <a:endParaRPr lang="en-US"/>
          </a:p>
        </p:txBody>
      </p:sp>
      <p:sp>
        <p:nvSpPr>
          <p:cNvPr id="11433" name="rep0">
            <a:extLst>
              <a:ext uri="{FF2B5EF4-FFF2-40B4-BE49-F238E27FC236}">
                <a16:creationId xmlns:a16="http://schemas.microsoft.com/office/drawing/2014/main" id="{357226AD-C683-61A2-74C9-DFD2F0CFDF35}"/>
              </a:ext>
            </a:extLst>
          </p:cNvPr>
          <p:cNvSpPr/>
          <p:nvPr/>
        </p:nvSpPr>
        <p:spPr>
          <a:xfrm>
            <a:off x="658368" y="3152393"/>
            <a:ext cx="2471928"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senior leaders</a:t>
            </a:r>
          </a:p>
          <a:p>
            <a:pPr algn="l">
              <a:buNone/>
            </a:pPr>
            <a:r>
              <a:rPr lang="en-US" sz="100">
                <a:effectLst/>
              </a:rPr>
              <a:t> </a:t>
            </a:r>
            <a:endParaRPr lang="en-US"/>
          </a:p>
        </p:txBody>
      </p:sp>
      <p:sp>
        <p:nvSpPr>
          <p:cNvPr id="11479" name="disc1">
            <a:extLst>
              <a:ext uri="{FF2B5EF4-FFF2-40B4-BE49-F238E27FC236}">
                <a16:creationId xmlns:a16="http://schemas.microsoft.com/office/drawing/2014/main" id="{0B9BBA3D-9218-42B5-F5BB-DB77112CBDA1}"/>
              </a:ext>
            </a:extLst>
          </p:cNvPr>
          <p:cNvSpPr/>
          <p:nvPr/>
        </p:nvSpPr>
        <p:spPr>
          <a:xfrm>
            <a:off x="3550920" y="1707642"/>
            <a:ext cx="548640" cy="54864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74" name="city1">
            <a:extLst>
              <a:ext uri="{FF2B5EF4-FFF2-40B4-BE49-F238E27FC236}">
                <a16:creationId xmlns:a16="http://schemas.microsoft.com/office/drawing/2014/main" id="{CFCAFA7A-ED05-70B2-ADF5-D5E5CBEC1EEE}"/>
              </a:ext>
            </a:extLst>
          </p:cNvPr>
          <p:cNvSpPr/>
          <p:nvPr/>
        </p:nvSpPr>
        <p:spPr>
          <a:xfrm>
            <a:off x="4191000" y="1812798"/>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London</a:t>
            </a:r>
          </a:p>
          <a:p>
            <a:pPr algn="l">
              <a:buNone/>
            </a:pPr>
            <a:r>
              <a:rPr lang="en-US" sz="100">
                <a:effectLst/>
              </a:rPr>
              <a:t> </a:t>
            </a:r>
            <a:endParaRPr lang="en-US"/>
          </a:p>
        </p:txBody>
      </p:sp>
      <p:sp>
        <p:nvSpPr>
          <p:cNvPr id="11623" name="name1">
            <a:extLst>
              <a:ext uri="{FF2B5EF4-FFF2-40B4-BE49-F238E27FC236}">
                <a16:creationId xmlns:a16="http://schemas.microsoft.com/office/drawing/2014/main" id="{F3AB9545-22AD-B02B-8D93-EF33A062C096}"/>
              </a:ext>
            </a:extLst>
          </p:cNvPr>
          <p:cNvSpPr/>
          <p:nvPr/>
        </p:nvSpPr>
        <p:spPr>
          <a:xfrm>
            <a:off x="3459480" y="2320290"/>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Thomas Brennan</a:t>
            </a:r>
          </a:p>
          <a:p>
            <a:pPr algn="l">
              <a:buNone/>
            </a:pPr>
            <a:r>
              <a:rPr lang="en-US" sz="100">
                <a:effectLst/>
              </a:rPr>
              <a:t> </a:t>
            </a:r>
            <a:endParaRPr lang="en-US"/>
          </a:p>
        </p:txBody>
      </p:sp>
      <p:sp>
        <p:nvSpPr>
          <p:cNvPr id="11673" name="role1">
            <a:extLst>
              <a:ext uri="{FF2B5EF4-FFF2-40B4-BE49-F238E27FC236}">
                <a16:creationId xmlns:a16="http://schemas.microsoft.com/office/drawing/2014/main" id="{E2C96546-E12E-7130-A3D1-0305CEE8211D}"/>
              </a:ext>
            </a:extLst>
          </p:cNvPr>
          <p:cNvSpPr/>
          <p:nvPr/>
        </p:nvSpPr>
        <p:spPr>
          <a:xfrm>
            <a:off x="3459480" y="2667762"/>
            <a:ext cx="247192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Director, Senior Relationship Manager, Japanese Corporates &amp; Industrials</a:t>
            </a:r>
          </a:p>
          <a:p>
            <a:pPr algn="l">
              <a:buNone/>
            </a:pPr>
            <a:r>
              <a:rPr lang="en-US" sz="100">
                <a:effectLst/>
              </a:rPr>
              <a:t> </a:t>
            </a:r>
            <a:endParaRPr lang="en-US"/>
          </a:p>
        </p:txBody>
      </p:sp>
      <p:sp>
        <p:nvSpPr>
          <p:cNvPr id="11724" name="rep1">
            <a:extLst>
              <a:ext uri="{FF2B5EF4-FFF2-40B4-BE49-F238E27FC236}">
                <a16:creationId xmlns:a16="http://schemas.microsoft.com/office/drawing/2014/main" id="{12513251-CD4A-93E1-F439-6ABB455B1CDC}"/>
              </a:ext>
            </a:extLst>
          </p:cNvPr>
          <p:cNvSpPr/>
          <p:nvPr/>
        </p:nvSpPr>
        <p:spPr>
          <a:xfrm>
            <a:off x="3459480" y="3335274"/>
            <a:ext cx="2471928"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client-facing teams</a:t>
            </a:r>
          </a:p>
          <a:p>
            <a:pPr algn="l">
              <a:buNone/>
            </a:pPr>
            <a:r>
              <a:rPr lang="en-US" sz="100">
                <a:effectLst/>
              </a:rPr>
              <a:t> </a:t>
            </a:r>
            <a:endParaRPr lang="en-US"/>
          </a:p>
        </p:txBody>
      </p:sp>
      <p:sp>
        <p:nvSpPr>
          <p:cNvPr id="11776" name="disc2">
            <a:extLst>
              <a:ext uri="{FF2B5EF4-FFF2-40B4-BE49-F238E27FC236}">
                <a16:creationId xmlns:a16="http://schemas.microsoft.com/office/drawing/2014/main" id="{660F373E-A403-8B8B-E5DD-B48F498084FA}"/>
              </a:ext>
            </a:extLst>
          </p:cNvPr>
          <p:cNvSpPr/>
          <p:nvPr/>
        </p:nvSpPr>
        <p:spPr>
          <a:xfrm>
            <a:off x="6352032" y="1707642"/>
            <a:ext cx="548640" cy="54864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83" name="city2">
            <a:extLst>
              <a:ext uri="{FF2B5EF4-FFF2-40B4-BE49-F238E27FC236}">
                <a16:creationId xmlns:a16="http://schemas.microsoft.com/office/drawing/2014/main" id="{7405515E-3D5E-33C4-C055-BBF78F266C86}"/>
              </a:ext>
            </a:extLst>
          </p:cNvPr>
          <p:cNvSpPr/>
          <p:nvPr/>
        </p:nvSpPr>
        <p:spPr>
          <a:xfrm>
            <a:off x="6992112" y="1812798"/>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London</a:t>
            </a:r>
          </a:p>
          <a:p>
            <a:pPr algn="l">
              <a:buNone/>
            </a:pPr>
            <a:r>
              <a:rPr lang="en-US" sz="100">
                <a:effectLst/>
              </a:rPr>
              <a:t> </a:t>
            </a:r>
            <a:endParaRPr lang="en-US"/>
          </a:p>
        </p:txBody>
      </p:sp>
      <p:sp>
        <p:nvSpPr>
          <p:cNvPr id="11938" name="name2">
            <a:extLst>
              <a:ext uri="{FF2B5EF4-FFF2-40B4-BE49-F238E27FC236}">
                <a16:creationId xmlns:a16="http://schemas.microsoft.com/office/drawing/2014/main" id="{38379E9A-8980-4DAD-6168-2334542C7B67}"/>
              </a:ext>
            </a:extLst>
          </p:cNvPr>
          <p:cNvSpPr/>
          <p:nvPr/>
        </p:nvSpPr>
        <p:spPr>
          <a:xfrm>
            <a:off x="6260592" y="2320290"/>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Priya Raman</a:t>
            </a:r>
          </a:p>
          <a:p>
            <a:pPr algn="l">
              <a:buNone/>
            </a:pPr>
            <a:r>
              <a:rPr lang="en-US" sz="100">
                <a:effectLst/>
              </a:rPr>
              <a:t> </a:t>
            </a:r>
            <a:endParaRPr lang="en-US"/>
          </a:p>
        </p:txBody>
      </p:sp>
      <p:sp>
        <p:nvSpPr>
          <p:cNvPr id="11994" name="role2">
            <a:extLst>
              <a:ext uri="{FF2B5EF4-FFF2-40B4-BE49-F238E27FC236}">
                <a16:creationId xmlns:a16="http://schemas.microsoft.com/office/drawing/2014/main" id="{C2471139-A72F-D15C-7AFE-A26592A02AC1}"/>
              </a:ext>
            </a:extLst>
          </p:cNvPr>
          <p:cNvSpPr/>
          <p:nvPr/>
        </p:nvSpPr>
        <p:spPr>
          <a:xfrm>
            <a:off x="6260592" y="2667762"/>
            <a:ext cx="2471928" cy="4846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Vice President, Credit Portfolio Management, EMEA</a:t>
            </a:r>
          </a:p>
          <a:p>
            <a:pPr algn="l">
              <a:buNone/>
            </a:pPr>
            <a:r>
              <a:rPr lang="en-US" sz="100">
                <a:effectLst/>
              </a:rPr>
              <a:t> </a:t>
            </a:r>
            <a:endParaRPr lang="en-US"/>
          </a:p>
        </p:txBody>
      </p:sp>
      <p:sp>
        <p:nvSpPr>
          <p:cNvPr id="12051" name="rep2">
            <a:extLst>
              <a:ext uri="{FF2B5EF4-FFF2-40B4-BE49-F238E27FC236}">
                <a16:creationId xmlns:a16="http://schemas.microsoft.com/office/drawing/2014/main" id="{71C9F9AF-7F1A-3D09-BE04-2B56D76D4577}"/>
              </a:ext>
            </a:extLst>
          </p:cNvPr>
          <p:cNvSpPr/>
          <p:nvPr/>
        </p:nvSpPr>
        <p:spPr>
          <a:xfrm>
            <a:off x="6260592" y="3152393"/>
            <a:ext cx="2471928"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portfolio and business management</a:t>
            </a:r>
          </a:p>
          <a:p>
            <a:pPr algn="l">
              <a:buNone/>
            </a:pPr>
            <a:r>
              <a:rPr lang="en-US" sz="100">
                <a:effectLst/>
              </a:rPr>
              <a:t> </a:t>
            </a:r>
            <a:endParaRPr lang="en-US"/>
          </a:p>
        </p:txBody>
      </p:sp>
      <p:sp>
        <p:nvSpPr>
          <p:cNvPr id="12109" name="disc3">
            <a:extLst>
              <a:ext uri="{FF2B5EF4-FFF2-40B4-BE49-F238E27FC236}">
                <a16:creationId xmlns:a16="http://schemas.microsoft.com/office/drawing/2014/main" id="{B97D85C5-D3C8-4E0C-9E63-38216A091F30}"/>
              </a:ext>
            </a:extLst>
          </p:cNvPr>
          <p:cNvSpPr/>
          <p:nvPr/>
        </p:nvSpPr>
        <p:spPr>
          <a:xfrm>
            <a:off x="9153144" y="1707642"/>
            <a:ext cx="548640" cy="54864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28" name="city3">
            <a:extLst>
              <a:ext uri="{FF2B5EF4-FFF2-40B4-BE49-F238E27FC236}">
                <a16:creationId xmlns:a16="http://schemas.microsoft.com/office/drawing/2014/main" id="{4B3B4C0A-8CE3-78D3-CBA9-610F03B33EF8}"/>
              </a:ext>
            </a:extLst>
          </p:cNvPr>
          <p:cNvSpPr/>
          <p:nvPr/>
        </p:nvSpPr>
        <p:spPr>
          <a:xfrm>
            <a:off x="9793224" y="1812798"/>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Amsterdam</a:t>
            </a:r>
          </a:p>
          <a:p>
            <a:pPr algn="l">
              <a:buNone/>
            </a:pPr>
            <a:r>
              <a:rPr lang="en-US" sz="100">
                <a:effectLst/>
              </a:rPr>
              <a:t> </a:t>
            </a:r>
            <a:endParaRPr lang="en-US"/>
          </a:p>
        </p:txBody>
      </p:sp>
      <p:sp>
        <p:nvSpPr>
          <p:cNvPr id="12289" name="name3">
            <a:extLst>
              <a:ext uri="{FF2B5EF4-FFF2-40B4-BE49-F238E27FC236}">
                <a16:creationId xmlns:a16="http://schemas.microsoft.com/office/drawing/2014/main" id="{0FB8D5BE-C3F7-835F-8717-9BFCECE76ADB}"/>
              </a:ext>
            </a:extLst>
          </p:cNvPr>
          <p:cNvSpPr/>
          <p:nvPr/>
        </p:nvSpPr>
        <p:spPr>
          <a:xfrm>
            <a:off x="9061704" y="2320290"/>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Sander de Vries</a:t>
            </a:r>
          </a:p>
          <a:p>
            <a:pPr algn="l">
              <a:buNone/>
            </a:pPr>
            <a:r>
              <a:rPr lang="en-US" sz="100">
                <a:effectLst/>
              </a:rPr>
              <a:t> </a:t>
            </a:r>
            <a:endParaRPr lang="en-US"/>
          </a:p>
        </p:txBody>
      </p:sp>
      <p:sp>
        <p:nvSpPr>
          <p:cNvPr id="12351" name="role3">
            <a:extLst>
              <a:ext uri="{FF2B5EF4-FFF2-40B4-BE49-F238E27FC236}">
                <a16:creationId xmlns:a16="http://schemas.microsoft.com/office/drawing/2014/main" id="{F999ABCE-FB51-A1AB-625A-39142D49ED2D}"/>
              </a:ext>
            </a:extLst>
          </p:cNvPr>
          <p:cNvSpPr/>
          <p:nvPr/>
        </p:nvSpPr>
        <p:spPr>
          <a:xfrm>
            <a:off x="9061704" y="2667762"/>
            <a:ext cx="2471928" cy="4846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Associate, Corporate Banking Financial Analyst</a:t>
            </a:r>
          </a:p>
          <a:p>
            <a:pPr algn="l">
              <a:buNone/>
            </a:pPr>
            <a:r>
              <a:rPr lang="en-US" sz="100">
                <a:effectLst/>
              </a:rPr>
              <a:t> </a:t>
            </a:r>
            <a:endParaRPr lang="en-US"/>
          </a:p>
        </p:txBody>
      </p:sp>
      <p:sp>
        <p:nvSpPr>
          <p:cNvPr id="12414" name="rep3">
            <a:extLst>
              <a:ext uri="{FF2B5EF4-FFF2-40B4-BE49-F238E27FC236}">
                <a16:creationId xmlns:a16="http://schemas.microsoft.com/office/drawing/2014/main" id="{C963B139-8179-6B3A-4A12-FB43B336A9BB}"/>
              </a:ext>
            </a:extLst>
          </p:cNvPr>
          <p:cNvSpPr/>
          <p:nvPr/>
        </p:nvSpPr>
        <p:spPr>
          <a:xfrm>
            <a:off x="9061704" y="3152393"/>
            <a:ext cx="2471928"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analysts and finance</a:t>
            </a:r>
          </a:p>
          <a:p>
            <a:pPr algn="l">
              <a:buNone/>
            </a:pPr>
            <a:r>
              <a:rPr lang="en-US" sz="100">
                <a:effectLst/>
              </a:rPr>
              <a:t> </a:t>
            </a:r>
            <a:endParaRPr lang="en-US"/>
          </a:p>
        </p:txBody>
      </p:sp>
      <p:sp>
        <p:nvSpPr>
          <p:cNvPr id="12478" name="disc4">
            <a:extLst>
              <a:ext uri="{FF2B5EF4-FFF2-40B4-BE49-F238E27FC236}">
                <a16:creationId xmlns:a16="http://schemas.microsoft.com/office/drawing/2014/main" id="{2914A44A-2BEF-B954-46A6-71704E1AE1E0}"/>
              </a:ext>
            </a:extLst>
          </p:cNvPr>
          <p:cNvSpPr/>
          <p:nvPr/>
        </p:nvSpPr>
        <p:spPr>
          <a:xfrm>
            <a:off x="749808" y="4025647"/>
            <a:ext cx="548640" cy="54864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09" name="city4">
            <a:extLst>
              <a:ext uri="{FF2B5EF4-FFF2-40B4-BE49-F238E27FC236}">
                <a16:creationId xmlns:a16="http://schemas.microsoft.com/office/drawing/2014/main" id="{6630187D-0B96-00B5-1C35-F50528C96853}"/>
              </a:ext>
            </a:extLst>
          </p:cNvPr>
          <p:cNvSpPr/>
          <p:nvPr/>
        </p:nvSpPr>
        <p:spPr>
          <a:xfrm>
            <a:off x="1389888" y="4130803"/>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London</a:t>
            </a:r>
          </a:p>
          <a:p>
            <a:pPr algn="l">
              <a:buNone/>
            </a:pPr>
            <a:r>
              <a:rPr lang="en-US" sz="100">
                <a:effectLst/>
              </a:rPr>
              <a:t> </a:t>
            </a:r>
            <a:endParaRPr lang="en-US"/>
          </a:p>
        </p:txBody>
      </p:sp>
      <p:sp>
        <p:nvSpPr>
          <p:cNvPr id="12676" name="name4">
            <a:extLst>
              <a:ext uri="{FF2B5EF4-FFF2-40B4-BE49-F238E27FC236}">
                <a16:creationId xmlns:a16="http://schemas.microsoft.com/office/drawing/2014/main" id="{7DD7C44D-91B6-D8F9-0760-7237B11BFCB8}"/>
              </a:ext>
            </a:extLst>
          </p:cNvPr>
          <p:cNvSpPr/>
          <p:nvPr/>
        </p:nvSpPr>
        <p:spPr>
          <a:xfrm>
            <a:off x="658368" y="4638295"/>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Elena Rossi</a:t>
            </a:r>
          </a:p>
          <a:p>
            <a:pPr algn="l">
              <a:buNone/>
            </a:pPr>
            <a:r>
              <a:rPr lang="en-US" sz="100">
                <a:effectLst/>
              </a:rPr>
              <a:t> </a:t>
            </a:r>
            <a:endParaRPr lang="en-US"/>
          </a:p>
        </p:txBody>
      </p:sp>
      <p:sp>
        <p:nvSpPr>
          <p:cNvPr id="12744" name="role4">
            <a:extLst>
              <a:ext uri="{FF2B5EF4-FFF2-40B4-BE49-F238E27FC236}">
                <a16:creationId xmlns:a16="http://schemas.microsoft.com/office/drawing/2014/main" id="{3C635D72-15B6-E973-45A0-CB4D853AB94A}"/>
              </a:ext>
            </a:extLst>
          </p:cNvPr>
          <p:cNvSpPr/>
          <p:nvPr/>
        </p:nvSpPr>
        <p:spPr>
          <a:xfrm>
            <a:off x="658368" y="4985767"/>
            <a:ext cx="2471928" cy="4846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Senior Credit Risk Manager, EMEA Credit Risk</a:t>
            </a:r>
          </a:p>
          <a:p>
            <a:pPr algn="l">
              <a:buNone/>
            </a:pPr>
            <a:r>
              <a:rPr lang="en-US" sz="100">
                <a:effectLst/>
              </a:rPr>
              <a:t> </a:t>
            </a:r>
            <a:endParaRPr lang="en-US"/>
          </a:p>
        </p:txBody>
      </p:sp>
      <p:sp>
        <p:nvSpPr>
          <p:cNvPr id="12813" name="rep4">
            <a:extLst>
              <a:ext uri="{FF2B5EF4-FFF2-40B4-BE49-F238E27FC236}">
                <a16:creationId xmlns:a16="http://schemas.microsoft.com/office/drawing/2014/main" id="{72F581DA-812E-5FA5-763C-18AD6F7E14A7}"/>
              </a:ext>
            </a:extLst>
          </p:cNvPr>
          <p:cNvSpPr/>
          <p:nvPr/>
        </p:nvSpPr>
        <p:spPr>
          <a:xfrm>
            <a:off x="658368" y="5470398"/>
            <a:ext cx="2471928"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risk, control and audit</a:t>
            </a:r>
          </a:p>
          <a:p>
            <a:pPr algn="l">
              <a:buNone/>
            </a:pPr>
            <a:r>
              <a:rPr lang="en-US" sz="100">
                <a:effectLst/>
              </a:rPr>
              <a:t> </a:t>
            </a:r>
            <a:endParaRPr lang="en-US"/>
          </a:p>
        </p:txBody>
      </p:sp>
      <p:sp>
        <p:nvSpPr>
          <p:cNvPr id="12883" name="disc5">
            <a:extLst>
              <a:ext uri="{FF2B5EF4-FFF2-40B4-BE49-F238E27FC236}">
                <a16:creationId xmlns:a16="http://schemas.microsoft.com/office/drawing/2014/main" id="{B324C046-452D-A305-3DD0-E15317F244E4}"/>
              </a:ext>
            </a:extLst>
          </p:cNvPr>
          <p:cNvSpPr/>
          <p:nvPr/>
        </p:nvSpPr>
        <p:spPr>
          <a:xfrm>
            <a:off x="3550920" y="4025647"/>
            <a:ext cx="548640" cy="54864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26" name="city5">
            <a:extLst>
              <a:ext uri="{FF2B5EF4-FFF2-40B4-BE49-F238E27FC236}">
                <a16:creationId xmlns:a16="http://schemas.microsoft.com/office/drawing/2014/main" id="{FF94C3C6-D5E2-7E48-2FBE-E9BF4BD86080}"/>
              </a:ext>
            </a:extLst>
          </p:cNvPr>
          <p:cNvSpPr/>
          <p:nvPr/>
        </p:nvSpPr>
        <p:spPr>
          <a:xfrm>
            <a:off x="4191000" y="4130803"/>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Paris</a:t>
            </a:r>
          </a:p>
          <a:p>
            <a:pPr algn="l">
              <a:buNone/>
            </a:pPr>
            <a:r>
              <a:rPr lang="en-US" sz="100">
                <a:effectLst/>
              </a:rPr>
              <a:t> </a:t>
            </a:r>
            <a:endParaRPr lang="en-US"/>
          </a:p>
        </p:txBody>
      </p:sp>
      <p:sp>
        <p:nvSpPr>
          <p:cNvPr id="13099" name="name5">
            <a:extLst>
              <a:ext uri="{FF2B5EF4-FFF2-40B4-BE49-F238E27FC236}">
                <a16:creationId xmlns:a16="http://schemas.microsoft.com/office/drawing/2014/main" id="{1DD627E4-E4DC-2943-FDCF-81281C1AA681}"/>
              </a:ext>
            </a:extLst>
          </p:cNvPr>
          <p:cNvSpPr/>
          <p:nvPr/>
        </p:nvSpPr>
        <p:spPr>
          <a:xfrm>
            <a:off x="3459480" y="4638295"/>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Karim Benali</a:t>
            </a:r>
          </a:p>
          <a:p>
            <a:pPr algn="l">
              <a:buNone/>
            </a:pPr>
            <a:r>
              <a:rPr lang="en-US" sz="100">
                <a:effectLst/>
              </a:rPr>
              <a:t> </a:t>
            </a:r>
            <a:endParaRPr lang="en-US"/>
          </a:p>
        </p:txBody>
      </p:sp>
      <p:sp>
        <p:nvSpPr>
          <p:cNvPr id="13173" name="role5">
            <a:extLst>
              <a:ext uri="{FF2B5EF4-FFF2-40B4-BE49-F238E27FC236}">
                <a16:creationId xmlns:a16="http://schemas.microsoft.com/office/drawing/2014/main" id="{0298E683-6DA2-153B-C347-FD63A3B9F6A0}"/>
              </a:ext>
            </a:extLst>
          </p:cNvPr>
          <p:cNvSpPr/>
          <p:nvPr/>
        </p:nvSpPr>
        <p:spPr>
          <a:xfrm>
            <a:off x="3459480" y="4985767"/>
            <a:ext cx="2471928" cy="4846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Senior Compliance Officer, Financial Crime &amp; KYC</a:t>
            </a:r>
          </a:p>
          <a:p>
            <a:pPr algn="l">
              <a:buNone/>
            </a:pPr>
            <a:r>
              <a:rPr lang="en-US" sz="100">
                <a:effectLst/>
              </a:rPr>
              <a:t> </a:t>
            </a:r>
            <a:endParaRPr lang="en-US"/>
          </a:p>
        </p:txBody>
      </p:sp>
      <p:sp>
        <p:nvSpPr>
          <p:cNvPr id="13248" name="rep5">
            <a:extLst>
              <a:ext uri="{FF2B5EF4-FFF2-40B4-BE49-F238E27FC236}">
                <a16:creationId xmlns:a16="http://schemas.microsoft.com/office/drawing/2014/main" id="{D1D53637-7A7C-D470-D367-A957C94F8D08}"/>
              </a:ext>
            </a:extLst>
          </p:cNvPr>
          <p:cNvSpPr/>
          <p:nvPr/>
        </p:nvSpPr>
        <p:spPr>
          <a:xfrm>
            <a:off x="3459480" y="5470398"/>
            <a:ext cx="2471928" cy="61036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compliance, legal and governance</a:t>
            </a:r>
          </a:p>
          <a:p>
            <a:pPr algn="l">
              <a:buNone/>
            </a:pPr>
            <a:r>
              <a:rPr lang="en-US" sz="100">
                <a:effectLst/>
              </a:rPr>
              <a:t> </a:t>
            </a:r>
            <a:endParaRPr lang="en-US"/>
          </a:p>
        </p:txBody>
      </p:sp>
      <p:sp>
        <p:nvSpPr>
          <p:cNvPr id="13324" name="disc6">
            <a:extLst>
              <a:ext uri="{FF2B5EF4-FFF2-40B4-BE49-F238E27FC236}">
                <a16:creationId xmlns:a16="http://schemas.microsoft.com/office/drawing/2014/main" id="{13A5389E-D7BF-6293-5316-714631A39995}"/>
              </a:ext>
            </a:extLst>
          </p:cNvPr>
          <p:cNvSpPr/>
          <p:nvPr/>
        </p:nvSpPr>
        <p:spPr>
          <a:xfrm>
            <a:off x="6352032" y="4025647"/>
            <a:ext cx="548640" cy="54864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79" name="city6">
            <a:extLst>
              <a:ext uri="{FF2B5EF4-FFF2-40B4-BE49-F238E27FC236}">
                <a16:creationId xmlns:a16="http://schemas.microsoft.com/office/drawing/2014/main" id="{2E5A746C-AEF9-A4F9-43E2-DEE1CE25D6E3}"/>
              </a:ext>
            </a:extLst>
          </p:cNvPr>
          <p:cNvSpPr/>
          <p:nvPr/>
        </p:nvSpPr>
        <p:spPr>
          <a:xfrm>
            <a:off x="6992112" y="4130803"/>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London</a:t>
            </a:r>
          </a:p>
          <a:p>
            <a:pPr algn="l">
              <a:buNone/>
            </a:pPr>
            <a:r>
              <a:rPr lang="en-US" sz="100">
                <a:effectLst/>
              </a:rPr>
              <a:t> </a:t>
            </a:r>
            <a:endParaRPr lang="en-US"/>
          </a:p>
        </p:txBody>
      </p:sp>
      <p:sp>
        <p:nvSpPr>
          <p:cNvPr id="13558" name="name6">
            <a:extLst>
              <a:ext uri="{FF2B5EF4-FFF2-40B4-BE49-F238E27FC236}">
                <a16:creationId xmlns:a16="http://schemas.microsoft.com/office/drawing/2014/main" id="{05A54076-03A5-5B2E-9B1D-DEB9BFEB6E10}"/>
              </a:ext>
            </a:extLst>
          </p:cNvPr>
          <p:cNvSpPr/>
          <p:nvPr/>
        </p:nvSpPr>
        <p:spPr>
          <a:xfrm>
            <a:off x="6260592" y="4638295"/>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Grace Mensah</a:t>
            </a:r>
          </a:p>
          <a:p>
            <a:pPr algn="l">
              <a:buNone/>
            </a:pPr>
            <a:r>
              <a:rPr lang="en-US" sz="100">
                <a:effectLst/>
              </a:rPr>
              <a:t> </a:t>
            </a:r>
            <a:endParaRPr lang="en-US"/>
          </a:p>
        </p:txBody>
      </p:sp>
      <p:sp>
        <p:nvSpPr>
          <p:cNvPr id="13638" name="role6">
            <a:extLst>
              <a:ext uri="{FF2B5EF4-FFF2-40B4-BE49-F238E27FC236}">
                <a16:creationId xmlns:a16="http://schemas.microsoft.com/office/drawing/2014/main" id="{1B203D5A-F9C8-33E6-39B5-C18F7006D8A4}"/>
              </a:ext>
            </a:extLst>
          </p:cNvPr>
          <p:cNvSpPr/>
          <p:nvPr/>
        </p:nvSpPr>
        <p:spPr>
          <a:xfrm>
            <a:off x="6260592" y="4985767"/>
            <a:ext cx="2471928" cy="48463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Head of Client Onboarding &amp; Transaction Services Operations</a:t>
            </a:r>
          </a:p>
          <a:p>
            <a:pPr algn="l">
              <a:buNone/>
            </a:pPr>
            <a:r>
              <a:rPr lang="en-US" sz="100">
                <a:effectLst/>
              </a:rPr>
              <a:t> </a:t>
            </a:r>
            <a:endParaRPr lang="en-US"/>
          </a:p>
        </p:txBody>
      </p:sp>
      <p:sp>
        <p:nvSpPr>
          <p:cNvPr id="13719" name="rep6">
            <a:extLst>
              <a:ext uri="{FF2B5EF4-FFF2-40B4-BE49-F238E27FC236}">
                <a16:creationId xmlns:a16="http://schemas.microsoft.com/office/drawing/2014/main" id="{9DEBC2AF-E387-EC7F-1592-DAEE052AD708}"/>
              </a:ext>
            </a:extLst>
          </p:cNvPr>
          <p:cNvSpPr/>
          <p:nvPr/>
        </p:nvSpPr>
        <p:spPr>
          <a:xfrm>
            <a:off x="6260592" y="5470398"/>
            <a:ext cx="2471928"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operations, client service and technology</a:t>
            </a:r>
          </a:p>
          <a:p>
            <a:pPr algn="l">
              <a:buNone/>
            </a:pPr>
            <a:r>
              <a:rPr lang="en-US" sz="100">
                <a:effectLst/>
              </a:rPr>
              <a:t> </a:t>
            </a:r>
            <a:endParaRPr lang="en-US"/>
          </a:p>
        </p:txBody>
      </p:sp>
      <p:sp>
        <p:nvSpPr>
          <p:cNvPr id="13801" name="disc7">
            <a:extLst>
              <a:ext uri="{FF2B5EF4-FFF2-40B4-BE49-F238E27FC236}">
                <a16:creationId xmlns:a16="http://schemas.microsoft.com/office/drawing/2014/main" id="{2C833260-879D-398A-486B-4B9E89245F59}"/>
              </a:ext>
            </a:extLst>
          </p:cNvPr>
          <p:cNvSpPr/>
          <p:nvPr/>
        </p:nvSpPr>
        <p:spPr>
          <a:xfrm>
            <a:off x="9153144" y="4025647"/>
            <a:ext cx="548640" cy="54864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68" name="city7">
            <a:extLst>
              <a:ext uri="{FF2B5EF4-FFF2-40B4-BE49-F238E27FC236}">
                <a16:creationId xmlns:a16="http://schemas.microsoft.com/office/drawing/2014/main" id="{33193250-C582-7399-AEA8-8722F9009E62}"/>
              </a:ext>
            </a:extLst>
          </p:cNvPr>
          <p:cNvSpPr/>
          <p:nvPr/>
        </p:nvSpPr>
        <p:spPr>
          <a:xfrm>
            <a:off x="9793224" y="4130803"/>
            <a:ext cx="1740408"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F6672"/>
                </a:solidFill>
                <a:effectLst/>
                <a:latin typeface="Calibri" panose="020F0502020204030204" pitchFamily="34" charset="0"/>
              </a:rPr>
              <a:t>London</a:t>
            </a:r>
          </a:p>
          <a:p>
            <a:pPr algn="l">
              <a:buNone/>
            </a:pPr>
            <a:r>
              <a:rPr lang="en-US" sz="100">
                <a:effectLst/>
              </a:rPr>
              <a:t> </a:t>
            </a:r>
            <a:endParaRPr lang="en-US"/>
          </a:p>
        </p:txBody>
      </p:sp>
      <p:sp>
        <p:nvSpPr>
          <p:cNvPr id="14053" name="name7">
            <a:extLst>
              <a:ext uri="{FF2B5EF4-FFF2-40B4-BE49-F238E27FC236}">
                <a16:creationId xmlns:a16="http://schemas.microsoft.com/office/drawing/2014/main" id="{4A3A1178-F9EE-DB36-4111-631CD6C936A5}"/>
              </a:ext>
            </a:extLst>
          </p:cNvPr>
          <p:cNvSpPr/>
          <p:nvPr/>
        </p:nvSpPr>
        <p:spPr>
          <a:xfrm>
            <a:off x="9061704" y="4638295"/>
            <a:ext cx="2471928"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Olivia Grant</a:t>
            </a:r>
          </a:p>
          <a:p>
            <a:pPr algn="l">
              <a:buNone/>
            </a:pPr>
            <a:r>
              <a:rPr lang="en-US" sz="100">
                <a:effectLst/>
              </a:rPr>
              <a:t> </a:t>
            </a:r>
            <a:endParaRPr lang="en-US"/>
          </a:p>
        </p:txBody>
      </p:sp>
      <p:sp>
        <p:nvSpPr>
          <p:cNvPr id="14139" name="role7">
            <a:extLst>
              <a:ext uri="{FF2B5EF4-FFF2-40B4-BE49-F238E27FC236}">
                <a16:creationId xmlns:a16="http://schemas.microsoft.com/office/drawing/2014/main" id="{90162210-494C-73C0-09AA-BA3ED73A542B}"/>
              </a:ext>
            </a:extLst>
          </p:cNvPr>
          <p:cNvSpPr/>
          <p:nvPr/>
        </p:nvSpPr>
        <p:spPr>
          <a:xfrm>
            <a:off x="9061704" y="4985767"/>
            <a:ext cx="2471928" cy="3017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B2F36"/>
                </a:solidFill>
                <a:effectLst/>
                <a:latin typeface="Calibri" panose="020F0502020204030204" pitchFamily="34" charset="0"/>
              </a:rPr>
              <a:t>Executive Assistant to Haruka Sato</a:t>
            </a:r>
          </a:p>
          <a:p>
            <a:pPr algn="l">
              <a:buNone/>
            </a:pPr>
            <a:r>
              <a:rPr lang="en-US" sz="100">
                <a:effectLst/>
              </a:rPr>
              <a:t> </a:t>
            </a:r>
            <a:endParaRPr lang="en-US"/>
          </a:p>
        </p:txBody>
      </p:sp>
      <p:sp>
        <p:nvSpPr>
          <p:cNvPr id="14226" name="rep7">
            <a:extLst>
              <a:ext uri="{FF2B5EF4-FFF2-40B4-BE49-F238E27FC236}">
                <a16:creationId xmlns:a16="http://schemas.microsoft.com/office/drawing/2014/main" id="{47E08061-018E-58F7-D0A7-8D1C1B7B3829}"/>
              </a:ext>
            </a:extLst>
          </p:cNvPr>
          <p:cNvSpPr/>
          <p:nvPr/>
        </p:nvSpPr>
        <p:spPr>
          <a:xfrm>
            <a:off x="9061704" y="5287519"/>
            <a:ext cx="2471928"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i="1">
                <a:solidFill>
                  <a:srgbClr val="14213D"/>
                </a:solidFill>
                <a:effectLst/>
                <a:latin typeface="Calibri" panose="020F0502020204030204" pitchFamily="34" charset="0"/>
              </a:rPr>
              <a:t>Represents executive assistants and coordinators</a:t>
            </a:r>
          </a:p>
          <a:p>
            <a:pPr algn="l">
              <a:buNone/>
            </a:pPr>
            <a:r>
              <a:rPr lang="en-US" sz="100">
                <a:effectLst/>
              </a:rPr>
              <a:t> </a:t>
            </a:r>
            <a:endParaRPr lang="en-US"/>
          </a:p>
        </p:txBody>
      </p:sp>
      <p:sp>
        <p:nvSpPr>
          <p:cNvPr id="14314" name="label2">
            <a:extLst>
              <a:ext uri="{FF2B5EF4-FFF2-40B4-BE49-F238E27FC236}">
                <a16:creationId xmlns:a16="http://schemas.microsoft.com/office/drawing/2014/main" id="{235104B1-45A2-C6B7-1B4C-6303446D10E8}"/>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
        <p:nvSpPr>
          <p:cNvPr id="34744" name="initial0">
            <a:extLst>
              <a:ext uri="{FF2B5EF4-FFF2-40B4-BE49-F238E27FC236}">
                <a16:creationId xmlns:a16="http://schemas.microsoft.com/office/drawing/2014/main" id="{3EE92520-9A20-F911-483D-21EEE0DBC344}"/>
              </a:ext>
            </a:extLst>
          </p:cNvPr>
          <p:cNvSpPr/>
          <p:nvPr/>
        </p:nvSpPr>
        <p:spPr>
          <a:xfrm>
            <a:off x="795528" y="1831086"/>
            <a:ext cx="457200" cy="301752"/>
          </a:xfrm>
          <a:prstGeom prst="rect">
            <a:avLst/>
          </a:prstGeom>
          <a:solidFill>
            <a:srgbClr val="A6192E"/>
          </a:solidFill>
          <a:ln w="3175">
            <a:solidFill>
              <a:srgbClr val="A6192E">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HS</a:t>
            </a:r>
            <a:endParaRPr lang="en-US"/>
          </a:p>
        </p:txBody>
      </p:sp>
      <p:sp>
        <p:nvSpPr>
          <p:cNvPr id="34746" name="initial1">
            <a:extLst>
              <a:ext uri="{FF2B5EF4-FFF2-40B4-BE49-F238E27FC236}">
                <a16:creationId xmlns:a16="http://schemas.microsoft.com/office/drawing/2014/main" id="{A7D9CDA8-294B-AE74-848B-1D5C7532D647}"/>
              </a:ext>
            </a:extLst>
          </p:cNvPr>
          <p:cNvSpPr/>
          <p:nvPr/>
        </p:nvSpPr>
        <p:spPr>
          <a:xfrm>
            <a:off x="3596640" y="1831086"/>
            <a:ext cx="457200" cy="301752"/>
          </a:xfrm>
          <a:prstGeom prst="rect">
            <a:avLst/>
          </a:prstGeom>
          <a:solidFill>
            <a:srgbClr val="14213D"/>
          </a:solidFill>
          <a:ln w="3175">
            <a:solidFill>
              <a:srgbClr val="14213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TB</a:t>
            </a:r>
            <a:endParaRPr lang="en-US"/>
          </a:p>
        </p:txBody>
      </p:sp>
      <p:sp>
        <p:nvSpPr>
          <p:cNvPr id="34749" name="initial2">
            <a:extLst>
              <a:ext uri="{FF2B5EF4-FFF2-40B4-BE49-F238E27FC236}">
                <a16:creationId xmlns:a16="http://schemas.microsoft.com/office/drawing/2014/main" id="{C795FABE-061A-910B-7F0D-91B9806CE441}"/>
              </a:ext>
            </a:extLst>
          </p:cNvPr>
          <p:cNvSpPr/>
          <p:nvPr/>
        </p:nvSpPr>
        <p:spPr>
          <a:xfrm>
            <a:off x="6397752" y="1831086"/>
            <a:ext cx="457200" cy="301752"/>
          </a:xfrm>
          <a:prstGeom prst="rect">
            <a:avLst/>
          </a:prstGeom>
          <a:solidFill>
            <a:srgbClr val="14213D"/>
          </a:solidFill>
          <a:ln w="3175">
            <a:solidFill>
              <a:srgbClr val="14213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PR</a:t>
            </a:r>
            <a:endParaRPr lang="en-US"/>
          </a:p>
        </p:txBody>
      </p:sp>
      <p:sp>
        <p:nvSpPr>
          <p:cNvPr id="34753" name="initial3">
            <a:extLst>
              <a:ext uri="{FF2B5EF4-FFF2-40B4-BE49-F238E27FC236}">
                <a16:creationId xmlns:a16="http://schemas.microsoft.com/office/drawing/2014/main" id="{63711BD3-5F7E-E586-240E-34F159021BE6}"/>
              </a:ext>
            </a:extLst>
          </p:cNvPr>
          <p:cNvSpPr/>
          <p:nvPr/>
        </p:nvSpPr>
        <p:spPr>
          <a:xfrm>
            <a:off x="9198864" y="1831086"/>
            <a:ext cx="457200" cy="301752"/>
          </a:xfrm>
          <a:prstGeom prst="rect">
            <a:avLst/>
          </a:prstGeom>
          <a:solidFill>
            <a:srgbClr val="14213D"/>
          </a:solidFill>
          <a:ln w="3175">
            <a:solidFill>
              <a:srgbClr val="14213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SV</a:t>
            </a:r>
            <a:endParaRPr lang="en-US"/>
          </a:p>
        </p:txBody>
      </p:sp>
      <p:sp>
        <p:nvSpPr>
          <p:cNvPr id="34758" name="initial4">
            <a:extLst>
              <a:ext uri="{FF2B5EF4-FFF2-40B4-BE49-F238E27FC236}">
                <a16:creationId xmlns:a16="http://schemas.microsoft.com/office/drawing/2014/main" id="{9F18D6D2-6AAA-DDFD-0542-29F2DAFAEAAE}"/>
              </a:ext>
            </a:extLst>
          </p:cNvPr>
          <p:cNvSpPr/>
          <p:nvPr/>
        </p:nvSpPr>
        <p:spPr>
          <a:xfrm>
            <a:off x="795528" y="4149091"/>
            <a:ext cx="457200" cy="301752"/>
          </a:xfrm>
          <a:prstGeom prst="rect">
            <a:avLst/>
          </a:prstGeom>
          <a:solidFill>
            <a:srgbClr val="14213D"/>
          </a:solidFill>
          <a:ln w="3175">
            <a:solidFill>
              <a:srgbClr val="14213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ER</a:t>
            </a:r>
            <a:endParaRPr lang="en-US"/>
          </a:p>
        </p:txBody>
      </p:sp>
      <p:sp>
        <p:nvSpPr>
          <p:cNvPr id="34764" name="initial5">
            <a:extLst>
              <a:ext uri="{FF2B5EF4-FFF2-40B4-BE49-F238E27FC236}">
                <a16:creationId xmlns:a16="http://schemas.microsoft.com/office/drawing/2014/main" id="{7EE2AF5F-8C56-1F52-A70F-A6DDCD69A24A}"/>
              </a:ext>
            </a:extLst>
          </p:cNvPr>
          <p:cNvSpPr/>
          <p:nvPr/>
        </p:nvSpPr>
        <p:spPr>
          <a:xfrm>
            <a:off x="3596640" y="4149091"/>
            <a:ext cx="457200" cy="301752"/>
          </a:xfrm>
          <a:prstGeom prst="rect">
            <a:avLst/>
          </a:prstGeom>
          <a:solidFill>
            <a:srgbClr val="14213D"/>
          </a:solidFill>
          <a:ln w="3175">
            <a:solidFill>
              <a:srgbClr val="14213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KB</a:t>
            </a:r>
            <a:endParaRPr lang="en-US"/>
          </a:p>
        </p:txBody>
      </p:sp>
      <p:sp>
        <p:nvSpPr>
          <p:cNvPr id="34771" name="initial6">
            <a:extLst>
              <a:ext uri="{FF2B5EF4-FFF2-40B4-BE49-F238E27FC236}">
                <a16:creationId xmlns:a16="http://schemas.microsoft.com/office/drawing/2014/main" id="{40AA7296-C36A-7C8B-E65D-48EDEE8C8804}"/>
              </a:ext>
            </a:extLst>
          </p:cNvPr>
          <p:cNvSpPr/>
          <p:nvPr/>
        </p:nvSpPr>
        <p:spPr>
          <a:xfrm>
            <a:off x="6397752" y="4149091"/>
            <a:ext cx="457200" cy="301752"/>
          </a:xfrm>
          <a:prstGeom prst="rect">
            <a:avLst/>
          </a:prstGeom>
          <a:solidFill>
            <a:srgbClr val="14213D"/>
          </a:solidFill>
          <a:ln w="3175">
            <a:solidFill>
              <a:srgbClr val="14213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GM</a:t>
            </a:r>
            <a:endParaRPr lang="en-US"/>
          </a:p>
        </p:txBody>
      </p:sp>
      <p:sp>
        <p:nvSpPr>
          <p:cNvPr id="34779" name="initial7">
            <a:extLst>
              <a:ext uri="{FF2B5EF4-FFF2-40B4-BE49-F238E27FC236}">
                <a16:creationId xmlns:a16="http://schemas.microsoft.com/office/drawing/2014/main" id="{4FA5BFCA-FC23-8094-CDDA-EE104E2973FF}"/>
              </a:ext>
            </a:extLst>
          </p:cNvPr>
          <p:cNvSpPr/>
          <p:nvPr/>
        </p:nvSpPr>
        <p:spPr>
          <a:xfrm>
            <a:off x="9198864" y="4149091"/>
            <a:ext cx="457200" cy="301752"/>
          </a:xfrm>
          <a:prstGeom prst="rect">
            <a:avLst/>
          </a:prstGeom>
          <a:solidFill>
            <a:srgbClr val="14213D"/>
          </a:solidFill>
          <a:ln w="3175">
            <a:solidFill>
              <a:srgbClr val="14213D">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Calibri" panose="020F0502020204030204" pitchFamily="34" charset="0"/>
              </a:rPr>
              <a:t>OG</a:t>
            </a:r>
            <a:endParaRPr lang="en-US"/>
          </a:p>
        </p:txBody>
      </p:sp>
    </p:spTree>
    <p:extLst>
      <p:ext uri="{BB962C8B-B14F-4D97-AF65-F5344CB8AC3E}">
        <p14:creationId xmlns:p14="http://schemas.microsoft.com/office/powerpoint/2010/main" val="1371287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03" name="title3">
            <a:extLst>
              <a:ext uri="{FF2B5EF4-FFF2-40B4-BE49-F238E27FC236}">
                <a16:creationId xmlns:a16="http://schemas.microsoft.com/office/drawing/2014/main" id="{EFE121A7-1BAE-1E06-D8A8-19434161AD5A}"/>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Six weeks to a decision</a:t>
            </a:r>
          </a:p>
          <a:p>
            <a:pPr algn="l">
              <a:buNone/>
            </a:pPr>
            <a:r>
              <a:rPr lang="en-US" sz="100">
                <a:effectLst/>
              </a:rPr>
              <a:t> </a:t>
            </a:r>
            <a:endParaRPr lang="en-US"/>
          </a:p>
        </p:txBody>
      </p:sp>
      <p:sp>
        <p:nvSpPr>
          <p:cNvPr id="14493" name="lede3">
            <a:extLst>
              <a:ext uri="{FF2B5EF4-FFF2-40B4-BE49-F238E27FC236}">
                <a16:creationId xmlns:a16="http://schemas.microsoft.com/office/drawing/2014/main" id="{3B633238-C4AE-F1BA-3E3E-CB097778E8BB}"/>
              </a:ext>
            </a:extLst>
          </p:cNvPr>
          <p:cNvSpPr/>
          <p:nvPr/>
        </p:nvSpPr>
        <p:spPr>
          <a:xfrm>
            <a:off x="502920" y="1417320"/>
            <a:ext cx="1118616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F6672"/>
                </a:solidFill>
                <a:effectLst/>
                <a:latin typeface="Calibri" panose="020F0502020204030204" pitchFamily="34" charset="0"/>
              </a:rPr>
              <a:t>Each session picks up the story in a different week – join them in any order.</a:t>
            </a:r>
          </a:p>
          <a:p>
            <a:pPr algn="l">
              <a:buNone/>
            </a:pPr>
            <a:r>
              <a:rPr lang="en-US" sz="100">
                <a:effectLst/>
              </a:rPr>
              <a:t> </a:t>
            </a:r>
            <a:endParaRPr lang="en-US"/>
          </a:p>
        </p:txBody>
      </p:sp>
      <p:sp>
        <p:nvSpPr>
          <p:cNvPr id="14584" name="rail">
            <a:extLst>
              <a:ext uri="{FF2B5EF4-FFF2-40B4-BE49-F238E27FC236}">
                <a16:creationId xmlns:a16="http://schemas.microsoft.com/office/drawing/2014/main" id="{53E7CC03-10AB-1985-57CF-FADB2EC97A5D}"/>
              </a:ext>
            </a:extLst>
          </p:cNvPr>
          <p:cNvSpPr/>
          <p:nvPr/>
        </p:nvSpPr>
        <p:spPr>
          <a:xfrm>
            <a:off x="594360" y="3556635"/>
            <a:ext cx="11003280" cy="19050"/>
          </a:xfrm>
          <a:prstGeom prst="rect">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76" name="week0">
            <a:extLst>
              <a:ext uri="{FF2B5EF4-FFF2-40B4-BE49-F238E27FC236}">
                <a16:creationId xmlns:a16="http://schemas.microsoft.com/office/drawing/2014/main" id="{18299274-3A88-9741-9A1A-4EF617526521}"/>
              </a:ext>
            </a:extLst>
          </p:cNvPr>
          <p:cNvSpPr/>
          <p:nvPr/>
        </p:nvSpPr>
        <p:spPr>
          <a:xfrm>
            <a:off x="640080" y="2514600"/>
            <a:ext cx="17424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WEEK 1</a:t>
            </a:r>
          </a:p>
          <a:p>
            <a:pPr algn="ctr">
              <a:buNone/>
            </a:pPr>
            <a:r>
              <a:rPr lang="en-US" sz="1300">
                <a:solidFill>
                  <a:srgbClr val="5F6672"/>
                </a:solidFill>
                <a:effectLst/>
                <a:latin typeface="Calibri" panose="020F0502020204030204" pitchFamily="34" charset="0"/>
              </a:rPr>
              <a:t>5–9 Oct</a:t>
            </a:r>
            <a:endParaRPr lang="en-US"/>
          </a:p>
        </p:txBody>
      </p:sp>
      <p:sp>
        <p:nvSpPr>
          <p:cNvPr id="14769" name="node0">
            <a:extLst>
              <a:ext uri="{FF2B5EF4-FFF2-40B4-BE49-F238E27FC236}">
                <a16:creationId xmlns:a16="http://schemas.microsoft.com/office/drawing/2014/main" id="{58B9A635-5AD6-EE6D-3ADE-60FBEFCCEE9C}"/>
              </a:ext>
            </a:extLst>
          </p:cNvPr>
          <p:cNvSpPr/>
          <p:nvPr/>
        </p:nvSpPr>
        <p:spPr>
          <a:xfrm>
            <a:off x="1145540" y="3200400"/>
            <a:ext cx="731520" cy="73152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FFFFFF"/>
                </a:solidFill>
                <a:effectLst/>
                <a:latin typeface="Calibri" panose="020F0502020204030204" pitchFamily="34" charset="0"/>
              </a:rPr>
              <a:t>@</a:t>
            </a:r>
          </a:p>
          <a:p>
            <a:pPr algn="ctr">
              <a:buNone/>
            </a:pPr>
            <a:r>
              <a:rPr lang="en-US" sz="100">
                <a:effectLst/>
              </a:rPr>
              <a:t> </a:t>
            </a:r>
            <a:endParaRPr lang="en-US"/>
          </a:p>
        </p:txBody>
      </p:sp>
      <p:sp>
        <p:nvSpPr>
          <p:cNvPr id="14863" name="app0">
            <a:extLst>
              <a:ext uri="{FF2B5EF4-FFF2-40B4-BE49-F238E27FC236}">
                <a16:creationId xmlns:a16="http://schemas.microsoft.com/office/drawing/2014/main" id="{66B2F3E6-F482-8D96-5534-447806758A3F}"/>
              </a:ext>
            </a:extLst>
          </p:cNvPr>
          <p:cNvSpPr/>
          <p:nvPr/>
        </p:nvSpPr>
        <p:spPr>
          <a:xfrm>
            <a:off x="640080" y="4069080"/>
            <a:ext cx="174244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A6192E"/>
                </a:solidFill>
                <a:effectLst/>
                <a:latin typeface="Calibri" panose="020F0502020204030204" pitchFamily="34" charset="0"/>
              </a:rPr>
              <a:t>Outlook</a:t>
            </a:r>
          </a:p>
          <a:p>
            <a:pPr algn="ctr">
              <a:buNone/>
            </a:pPr>
            <a:r>
              <a:rPr lang="en-US" sz="100">
                <a:effectLst/>
              </a:rPr>
              <a:t> </a:t>
            </a:r>
            <a:endParaRPr lang="en-US"/>
          </a:p>
        </p:txBody>
      </p:sp>
      <p:sp>
        <p:nvSpPr>
          <p:cNvPr id="14958" name="chap0">
            <a:extLst>
              <a:ext uri="{FF2B5EF4-FFF2-40B4-BE49-F238E27FC236}">
                <a16:creationId xmlns:a16="http://schemas.microsoft.com/office/drawing/2014/main" id="{F8AF4088-27BA-B6FB-20C6-3A003C54E33C}"/>
              </a:ext>
            </a:extLst>
          </p:cNvPr>
          <p:cNvSpPr/>
          <p:nvPr/>
        </p:nvSpPr>
        <p:spPr>
          <a:xfrm>
            <a:off x="640080" y="4407408"/>
            <a:ext cx="1742440" cy="429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i="1">
                <a:solidFill>
                  <a:srgbClr val="5F6672"/>
                </a:solidFill>
                <a:effectLst/>
                <a:latin typeface="Calibri" panose="020F0502020204030204" pitchFamily="34" charset="0"/>
              </a:rPr>
              <a:t>The request</a:t>
            </a:r>
          </a:p>
          <a:p>
            <a:pPr algn="ctr">
              <a:buNone/>
            </a:pPr>
            <a:r>
              <a:rPr lang="en-US" sz="100">
                <a:effectLst/>
              </a:rPr>
              <a:t> </a:t>
            </a:r>
            <a:endParaRPr lang="en-US"/>
          </a:p>
        </p:txBody>
      </p:sp>
      <p:sp>
        <p:nvSpPr>
          <p:cNvPr id="15054" name="ev0">
            <a:extLst>
              <a:ext uri="{FF2B5EF4-FFF2-40B4-BE49-F238E27FC236}">
                <a16:creationId xmlns:a16="http://schemas.microsoft.com/office/drawing/2014/main" id="{F4D9F29B-EB1F-B0FA-428E-28AC4504E682}"/>
              </a:ext>
            </a:extLst>
          </p:cNvPr>
          <p:cNvSpPr/>
          <p:nvPr/>
        </p:nvSpPr>
        <p:spPr>
          <a:xfrm>
            <a:off x="640080" y="4837176"/>
            <a:ext cx="1742440" cy="7543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2B2F36"/>
                </a:solidFill>
                <a:effectLst/>
                <a:latin typeface="Calibri" panose="020F0502020204030204" pitchFamily="34" charset="0"/>
              </a:rPr>
              <a:t>€800m request; project launched</a:t>
            </a:r>
          </a:p>
          <a:p>
            <a:pPr algn="ctr">
              <a:buNone/>
            </a:pPr>
            <a:r>
              <a:rPr lang="en-US" sz="100">
                <a:effectLst/>
              </a:rPr>
              <a:t> </a:t>
            </a:r>
            <a:endParaRPr lang="en-US"/>
          </a:p>
        </p:txBody>
      </p:sp>
      <p:sp>
        <p:nvSpPr>
          <p:cNvPr id="15151" name="week1">
            <a:extLst>
              <a:ext uri="{FF2B5EF4-FFF2-40B4-BE49-F238E27FC236}">
                <a16:creationId xmlns:a16="http://schemas.microsoft.com/office/drawing/2014/main" id="{4CCEB666-1C39-760E-A86F-12272517FC5C}"/>
              </a:ext>
            </a:extLst>
          </p:cNvPr>
          <p:cNvSpPr/>
          <p:nvPr/>
        </p:nvSpPr>
        <p:spPr>
          <a:xfrm>
            <a:off x="2473960" y="2514600"/>
            <a:ext cx="17424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WEEK 2</a:t>
            </a:r>
          </a:p>
          <a:p>
            <a:pPr algn="ctr">
              <a:buNone/>
            </a:pPr>
            <a:r>
              <a:rPr lang="en-US" sz="1300">
                <a:solidFill>
                  <a:srgbClr val="5F6672"/>
                </a:solidFill>
                <a:effectLst/>
                <a:latin typeface="Calibri" panose="020F0502020204030204" pitchFamily="34" charset="0"/>
              </a:rPr>
              <a:t>12–16 Oct</a:t>
            </a:r>
            <a:endParaRPr lang="en-US"/>
          </a:p>
        </p:txBody>
      </p:sp>
      <p:sp>
        <p:nvSpPr>
          <p:cNvPr id="15249" name="node1">
            <a:extLst>
              <a:ext uri="{FF2B5EF4-FFF2-40B4-BE49-F238E27FC236}">
                <a16:creationId xmlns:a16="http://schemas.microsoft.com/office/drawing/2014/main" id="{4D91B470-2FA3-8DF1-F36A-16668603523F}"/>
              </a:ext>
            </a:extLst>
          </p:cNvPr>
          <p:cNvSpPr/>
          <p:nvPr/>
        </p:nvSpPr>
        <p:spPr>
          <a:xfrm>
            <a:off x="3244596" y="3465576"/>
            <a:ext cx="201168" cy="201168"/>
          </a:xfrm>
          <a:prstGeom prst="ellipse">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48" name="ev1">
            <a:extLst>
              <a:ext uri="{FF2B5EF4-FFF2-40B4-BE49-F238E27FC236}">
                <a16:creationId xmlns:a16="http://schemas.microsoft.com/office/drawing/2014/main" id="{77FB5461-9917-00EA-E2ED-0C2CA55AE206}"/>
              </a:ext>
            </a:extLst>
          </p:cNvPr>
          <p:cNvSpPr/>
          <p:nvPr/>
        </p:nvSpPr>
        <p:spPr>
          <a:xfrm>
            <a:off x="2473960" y="4837176"/>
            <a:ext cx="174244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2B2F36"/>
                </a:solidFill>
                <a:effectLst/>
                <a:latin typeface="Calibri" panose="020F0502020204030204" pitchFamily="34" charset="0"/>
              </a:rPr>
              <a:t>Client meeting on 13 October</a:t>
            </a:r>
          </a:p>
          <a:p>
            <a:pPr algn="ctr">
              <a:buNone/>
            </a:pPr>
            <a:r>
              <a:rPr lang="en-US" sz="100">
                <a:effectLst/>
              </a:rPr>
              <a:t> </a:t>
            </a:r>
            <a:endParaRPr lang="en-US"/>
          </a:p>
        </p:txBody>
      </p:sp>
      <p:sp>
        <p:nvSpPr>
          <p:cNvPr id="15448" name="week2">
            <a:extLst>
              <a:ext uri="{FF2B5EF4-FFF2-40B4-BE49-F238E27FC236}">
                <a16:creationId xmlns:a16="http://schemas.microsoft.com/office/drawing/2014/main" id="{46147615-1A7C-35AB-E465-DBFDE177592D}"/>
              </a:ext>
            </a:extLst>
          </p:cNvPr>
          <p:cNvSpPr/>
          <p:nvPr/>
        </p:nvSpPr>
        <p:spPr>
          <a:xfrm>
            <a:off x="4307840" y="2514600"/>
            <a:ext cx="17424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WEEK 3</a:t>
            </a:r>
          </a:p>
          <a:p>
            <a:pPr algn="ctr">
              <a:buNone/>
            </a:pPr>
            <a:r>
              <a:rPr lang="en-US" sz="1300">
                <a:solidFill>
                  <a:srgbClr val="5F6672"/>
                </a:solidFill>
                <a:effectLst/>
                <a:latin typeface="Calibri" panose="020F0502020204030204" pitchFamily="34" charset="0"/>
              </a:rPr>
              <a:t>19–23 Oct</a:t>
            </a:r>
            <a:endParaRPr lang="en-US"/>
          </a:p>
        </p:txBody>
      </p:sp>
      <p:sp>
        <p:nvSpPr>
          <p:cNvPr id="15549" name="node2">
            <a:extLst>
              <a:ext uri="{FF2B5EF4-FFF2-40B4-BE49-F238E27FC236}">
                <a16:creationId xmlns:a16="http://schemas.microsoft.com/office/drawing/2014/main" id="{F5BD9B58-406C-ABD8-FED9-4DA9B488EA21}"/>
              </a:ext>
            </a:extLst>
          </p:cNvPr>
          <p:cNvSpPr/>
          <p:nvPr/>
        </p:nvSpPr>
        <p:spPr>
          <a:xfrm>
            <a:off x="4813300" y="3200400"/>
            <a:ext cx="731520" cy="73152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FFFFFF"/>
                </a:solidFill>
                <a:effectLst/>
                <a:latin typeface="Calibri" panose="020F0502020204030204" pitchFamily="34" charset="0"/>
              </a:rPr>
              <a:t>∑</a:t>
            </a:r>
          </a:p>
          <a:p>
            <a:pPr algn="ctr">
              <a:buNone/>
            </a:pPr>
            <a:r>
              <a:rPr lang="en-US" sz="100">
                <a:effectLst/>
              </a:rPr>
              <a:t> </a:t>
            </a:r>
            <a:endParaRPr lang="en-US"/>
          </a:p>
        </p:txBody>
      </p:sp>
      <p:sp>
        <p:nvSpPr>
          <p:cNvPr id="15651" name="app2">
            <a:extLst>
              <a:ext uri="{FF2B5EF4-FFF2-40B4-BE49-F238E27FC236}">
                <a16:creationId xmlns:a16="http://schemas.microsoft.com/office/drawing/2014/main" id="{95C8CC7F-3803-571E-C1A3-AD1F80DFF4D7}"/>
              </a:ext>
            </a:extLst>
          </p:cNvPr>
          <p:cNvSpPr/>
          <p:nvPr/>
        </p:nvSpPr>
        <p:spPr>
          <a:xfrm>
            <a:off x="4307840" y="4069080"/>
            <a:ext cx="174244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A6192E"/>
                </a:solidFill>
                <a:effectLst/>
                <a:latin typeface="Calibri" panose="020F0502020204030204" pitchFamily="34" charset="0"/>
              </a:rPr>
              <a:t>Excel</a:t>
            </a:r>
          </a:p>
          <a:p>
            <a:pPr algn="ctr">
              <a:buNone/>
            </a:pPr>
            <a:r>
              <a:rPr lang="en-US" sz="100">
                <a:effectLst/>
              </a:rPr>
              <a:t> </a:t>
            </a:r>
            <a:endParaRPr lang="en-US"/>
          </a:p>
        </p:txBody>
      </p:sp>
      <p:sp>
        <p:nvSpPr>
          <p:cNvPr id="15754" name="chap2">
            <a:extLst>
              <a:ext uri="{FF2B5EF4-FFF2-40B4-BE49-F238E27FC236}">
                <a16:creationId xmlns:a16="http://schemas.microsoft.com/office/drawing/2014/main" id="{C6ED5A67-6436-9B97-0997-0DDE715629C1}"/>
              </a:ext>
            </a:extLst>
          </p:cNvPr>
          <p:cNvSpPr/>
          <p:nvPr/>
        </p:nvSpPr>
        <p:spPr>
          <a:xfrm>
            <a:off x="4307840" y="4407408"/>
            <a:ext cx="1742440" cy="429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i="1">
                <a:solidFill>
                  <a:srgbClr val="5F6672"/>
                </a:solidFill>
                <a:effectLst/>
                <a:latin typeface="Calibri" panose="020F0502020204030204" pitchFamily="34" charset="0"/>
              </a:rPr>
              <a:t>The numbers</a:t>
            </a:r>
          </a:p>
          <a:p>
            <a:pPr algn="ctr">
              <a:buNone/>
            </a:pPr>
            <a:r>
              <a:rPr lang="en-US" sz="100">
                <a:effectLst/>
              </a:rPr>
              <a:t> </a:t>
            </a:r>
            <a:endParaRPr lang="en-US"/>
          </a:p>
        </p:txBody>
      </p:sp>
      <p:sp>
        <p:nvSpPr>
          <p:cNvPr id="15858" name="ev2">
            <a:extLst>
              <a:ext uri="{FF2B5EF4-FFF2-40B4-BE49-F238E27FC236}">
                <a16:creationId xmlns:a16="http://schemas.microsoft.com/office/drawing/2014/main" id="{179B0550-8576-B4DE-1DB4-733112EA4010}"/>
              </a:ext>
            </a:extLst>
          </p:cNvPr>
          <p:cNvSpPr/>
          <p:nvPr/>
        </p:nvSpPr>
        <p:spPr>
          <a:xfrm>
            <a:off x="4307840" y="4837176"/>
            <a:ext cx="1742440" cy="7543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2B2F36"/>
                </a:solidFill>
                <a:effectLst/>
                <a:latin typeface="Calibri" panose="020F0502020204030204" pitchFamily="34" charset="0"/>
              </a:rPr>
              <a:t>Fabrikam and Q3 portfolio analysis</a:t>
            </a:r>
          </a:p>
          <a:p>
            <a:pPr algn="ctr">
              <a:buNone/>
            </a:pPr>
            <a:r>
              <a:rPr lang="en-US" sz="100">
                <a:effectLst/>
              </a:rPr>
              <a:t> </a:t>
            </a:r>
            <a:endParaRPr lang="en-US"/>
          </a:p>
        </p:txBody>
      </p:sp>
      <p:sp>
        <p:nvSpPr>
          <p:cNvPr id="15963" name="week3">
            <a:extLst>
              <a:ext uri="{FF2B5EF4-FFF2-40B4-BE49-F238E27FC236}">
                <a16:creationId xmlns:a16="http://schemas.microsoft.com/office/drawing/2014/main" id="{5D573545-9870-3311-96B5-1E3D63BA946F}"/>
              </a:ext>
            </a:extLst>
          </p:cNvPr>
          <p:cNvSpPr/>
          <p:nvPr/>
        </p:nvSpPr>
        <p:spPr>
          <a:xfrm>
            <a:off x="6141720" y="2514600"/>
            <a:ext cx="17424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WEEK 4</a:t>
            </a:r>
          </a:p>
          <a:p>
            <a:pPr algn="ctr">
              <a:buNone/>
            </a:pPr>
            <a:r>
              <a:rPr lang="en-US" sz="1300">
                <a:solidFill>
                  <a:srgbClr val="5F6672"/>
                </a:solidFill>
                <a:effectLst/>
                <a:latin typeface="Calibri" panose="020F0502020204030204" pitchFamily="34" charset="0"/>
              </a:rPr>
              <a:t>26–30 Oct</a:t>
            </a:r>
            <a:endParaRPr lang="en-US"/>
          </a:p>
        </p:txBody>
      </p:sp>
      <p:sp>
        <p:nvSpPr>
          <p:cNvPr id="16069" name="node3">
            <a:extLst>
              <a:ext uri="{FF2B5EF4-FFF2-40B4-BE49-F238E27FC236}">
                <a16:creationId xmlns:a16="http://schemas.microsoft.com/office/drawing/2014/main" id="{11064527-850B-89C9-E951-1E114F594DD3}"/>
              </a:ext>
            </a:extLst>
          </p:cNvPr>
          <p:cNvSpPr/>
          <p:nvPr/>
        </p:nvSpPr>
        <p:spPr>
          <a:xfrm>
            <a:off x="6912356" y="3465576"/>
            <a:ext cx="201168" cy="201168"/>
          </a:xfrm>
          <a:prstGeom prst="ellipse">
            <a:avLst/>
          </a:prstGeom>
          <a:solidFill>
            <a:srgbClr val="9AA5B5"/>
          </a:solidFill>
          <a:ln w="3175">
            <a:solidFill>
              <a:srgbClr val="9AA5B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76" name="ev3">
            <a:extLst>
              <a:ext uri="{FF2B5EF4-FFF2-40B4-BE49-F238E27FC236}">
                <a16:creationId xmlns:a16="http://schemas.microsoft.com/office/drawing/2014/main" id="{8C21B7AD-F699-9E96-B1AA-F2638EE58DA7}"/>
              </a:ext>
            </a:extLst>
          </p:cNvPr>
          <p:cNvSpPr/>
          <p:nvPr/>
        </p:nvSpPr>
        <p:spPr>
          <a:xfrm>
            <a:off x="6141720" y="4837176"/>
            <a:ext cx="1742440" cy="7543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2B2F36"/>
                </a:solidFill>
                <a:effectLst/>
                <a:latin typeface="Calibri" panose="020F0502020204030204" pitchFamily="34" charset="0"/>
              </a:rPr>
              <a:t>Credit and compliance review, 27 Oct</a:t>
            </a:r>
          </a:p>
          <a:p>
            <a:pPr algn="ctr">
              <a:buNone/>
            </a:pPr>
            <a:r>
              <a:rPr lang="en-US" sz="100">
                <a:effectLst/>
              </a:rPr>
              <a:t> </a:t>
            </a:r>
            <a:endParaRPr lang="en-US"/>
          </a:p>
        </p:txBody>
      </p:sp>
      <p:sp>
        <p:nvSpPr>
          <p:cNvPr id="16284" name="week4">
            <a:extLst>
              <a:ext uri="{FF2B5EF4-FFF2-40B4-BE49-F238E27FC236}">
                <a16:creationId xmlns:a16="http://schemas.microsoft.com/office/drawing/2014/main" id="{7D29961D-F6A6-DAF4-F1DD-18630DBDCCE3}"/>
              </a:ext>
            </a:extLst>
          </p:cNvPr>
          <p:cNvSpPr/>
          <p:nvPr/>
        </p:nvSpPr>
        <p:spPr>
          <a:xfrm>
            <a:off x="7975600" y="2514600"/>
            <a:ext cx="17424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WEEK 5</a:t>
            </a:r>
          </a:p>
          <a:p>
            <a:pPr algn="ctr">
              <a:buNone/>
            </a:pPr>
            <a:r>
              <a:rPr lang="en-US" sz="1300">
                <a:solidFill>
                  <a:srgbClr val="5F6672"/>
                </a:solidFill>
                <a:effectLst/>
                <a:latin typeface="Calibri" panose="020F0502020204030204" pitchFamily="34" charset="0"/>
              </a:rPr>
              <a:t>2–6 Nov</a:t>
            </a:r>
            <a:endParaRPr lang="en-US"/>
          </a:p>
        </p:txBody>
      </p:sp>
      <p:sp>
        <p:nvSpPr>
          <p:cNvPr id="16393" name="node4">
            <a:extLst>
              <a:ext uri="{FF2B5EF4-FFF2-40B4-BE49-F238E27FC236}">
                <a16:creationId xmlns:a16="http://schemas.microsoft.com/office/drawing/2014/main" id="{738EF004-4AFC-14B6-91D8-8154D088E97B}"/>
              </a:ext>
            </a:extLst>
          </p:cNvPr>
          <p:cNvSpPr/>
          <p:nvPr/>
        </p:nvSpPr>
        <p:spPr>
          <a:xfrm>
            <a:off x="8481060" y="3200400"/>
            <a:ext cx="731520" cy="73152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FFFFFF"/>
                </a:solidFill>
                <a:effectLst/>
                <a:latin typeface="Calibri" panose="020F0502020204030204" pitchFamily="34" charset="0"/>
              </a:rPr>
              <a:t>¶</a:t>
            </a:r>
          </a:p>
          <a:p>
            <a:pPr algn="ctr">
              <a:buNone/>
            </a:pPr>
            <a:r>
              <a:rPr lang="en-US" sz="100">
                <a:effectLst/>
              </a:rPr>
              <a:t> </a:t>
            </a:r>
            <a:endParaRPr lang="en-US"/>
          </a:p>
        </p:txBody>
      </p:sp>
      <p:sp>
        <p:nvSpPr>
          <p:cNvPr id="16503" name="app4">
            <a:extLst>
              <a:ext uri="{FF2B5EF4-FFF2-40B4-BE49-F238E27FC236}">
                <a16:creationId xmlns:a16="http://schemas.microsoft.com/office/drawing/2014/main" id="{5C2CAE8C-ED10-0ACE-5E2D-B088C1FC01FF}"/>
              </a:ext>
            </a:extLst>
          </p:cNvPr>
          <p:cNvSpPr/>
          <p:nvPr/>
        </p:nvSpPr>
        <p:spPr>
          <a:xfrm>
            <a:off x="7975600" y="4069080"/>
            <a:ext cx="174244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A6192E"/>
                </a:solidFill>
                <a:effectLst/>
                <a:latin typeface="Calibri" panose="020F0502020204030204" pitchFamily="34" charset="0"/>
              </a:rPr>
              <a:t>Word</a:t>
            </a:r>
          </a:p>
          <a:p>
            <a:pPr algn="ctr">
              <a:buNone/>
            </a:pPr>
            <a:r>
              <a:rPr lang="en-US" sz="100">
                <a:effectLst/>
              </a:rPr>
              <a:t> </a:t>
            </a:r>
            <a:endParaRPr lang="en-US"/>
          </a:p>
        </p:txBody>
      </p:sp>
      <p:sp>
        <p:nvSpPr>
          <p:cNvPr id="16614" name="chap4">
            <a:extLst>
              <a:ext uri="{FF2B5EF4-FFF2-40B4-BE49-F238E27FC236}">
                <a16:creationId xmlns:a16="http://schemas.microsoft.com/office/drawing/2014/main" id="{1CDE0D36-2AD3-9413-F967-B4110A12F9B8}"/>
              </a:ext>
            </a:extLst>
          </p:cNvPr>
          <p:cNvSpPr/>
          <p:nvPr/>
        </p:nvSpPr>
        <p:spPr>
          <a:xfrm>
            <a:off x="7975600" y="4407408"/>
            <a:ext cx="1742440" cy="429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i="1">
                <a:solidFill>
                  <a:srgbClr val="5F6672"/>
                </a:solidFill>
                <a:effectLst/>
                <a:latin typeface="Calibri" panose="020F0502020204030204" pitchFamily="34" charset="0"/>
              </a:rPr>
              <a:t>The narrative</a:t>
            </a:r>
          </a:p>
          <a:p>
            <a:pPr algn="ctr">
              <a:buNone/>
            </a:pPr>
            <a:r>
              <a:rPr lang="en-US" sz="100">
                <a:effectLst/>
              </a:rPr>
              <a:t> </a:t>
            </a:r>
            <a:endParaRPr lang="en-US"/>
          </a:p>
        </p:txBody>
      </p:sp>
      <p:sp>
        <p:nvSpPr>
          <p:cNvPr id="16726" name="ev4">
            <a:extLst>
              <a:ext uri="{FF2B5EF4-FFF2-40B4-BE49-F238E27FC236}">
                <a16:creationId xmlns:a16="http://schemas.microsoft.com/office/drawing/2014/main" id="{A0FC5F7F-60D2-741B-FAF7-0F42F6498F16}"/>
              </a:ext>
            </a:extLst>
          </p:cNvPr>
          <p:cNvSpPr/>
          <p:nvPr/>
        </p:nvSpPr>
        <p:spPr>
          <a:xfrm>
            <a:off x="7975600" y="4837176"/>
            <a:ext cx="1742440" cy="7543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2B2F36"/>
                </a:solidFill>
                <a:effectLst/>
                <a:latin typeface="Calibri" panose="020F0502020204030204" pitchFamily="34" charset="0"/>
              </a:rPr>
              <a:t>Executive Briefing approved</a:t>
            </a:r>
          </a:p>
          <a:p>
            <a:pPr algn="ctr">
              <a:buNone/>
            </a:pPr>
            <a:r>
              <a:rPr lang="en-US" sz="100">
                <a:effectLst/>
              </a:rPr>
              <a:t> </a:t>
            </a:r>
            <a:endParaRPr lang="en-US"/>
          </a:p>
        </p:txBody>
      </p:sp>
      <p:sp>
        <p:nvSpPr>
          <p:cNvPr id="16839" name="week5">
            <a:extLst>
              <a:ext uri="{FF2B5EF4-FFF2-40B4-BE49-F238E27FC236}">
                <a16:creationId xmlns:a16="http://schemas.microsoft.com/office/drawing/2014/main" id="{A0E6A950-B3B1-D5F9-1DFD-5484855BD603}"/>
              </a:ext>
            </a:extLst>
          </p:cNvPr>
          <p:cNvSpPr/>
          <p:nvPr/>
        </p:nvSpPr>
        <p:spPr>
          <a:xfrm>
            <a:off x="9809480" y="2514600"/>
            <a:ext cx="17424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4213D"/>
                </a:solidFill>
                <a:effectLst/>
                <a:latin typeface="Calibri" panose="020F0502020204030204" pitchFamily="34" charset="0"/>
              </a:rPr>
              <a:t>WEEK 6</a:t>
            </a:r>
          </a:p>
          <a:p>
            <a:pPr algn="ctr">
              <a:buNone/>
            </a:pPr>
            <a:r>
              <a:rPr lang="en-US" sz="1300">
                <a:solidFill>
                  <a:srgbClr val="5F6672"/>
                </a:solidFill>
                <a:effectLst/>
                <a:latin typeface="Calibri" panose="020F0502020204030204" pitchFamily="34" charset="0"/>
              </a:rPr>
              <a:t>9–12 Nov</a:t>
            </a:r>
            <a:endParaRPr lang="en-US"/>
          </a:p>
        </p:txBody>
      </p:sp>
      <p:sp>
        <p:nvSpPr>
          <p:cNvPr id="16953" name="node5">
            <a:extLst>
              <a:ext uri="{FF2B5EF4-FFF2-40B4-BE49-F238E27FC236}">
                <a16:creationId xmlns:a16="http://schemas.microsoft.com/office/drawing/2014/main" id="{3C3A32F0-104F-4594-6EEA-26B798388C87}"/>
              </a:ext>
            </a:extLst>
          </p:cNvPr>
          <p:cNvSpPr/>
          <p:nvPr/>
        </p:nvSpPr>
        <p:spPr>
          <a:xfrm>
            <a:off x="10314940" y="3200400"/>
            <a:ext cx="731520" cy="731520"/>
          </a:xfrm>
          <a:prstGeom prst="ellipse">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68" name="play5">
            <a:extLst>
              <a:ext uri="{FF2B5EF4-FFF2-40B4-BE49-F238E27FC236}">
                <a16:creationId xmlns:a16="http://schemas.microsoft.com/office/drawing/2014/main" id="{3E73EFBA-DF0B-122F-5C79-2DC29784961A}"/>
              </a:ext>
            </a:extLst>
          </p:cNvPr>
          <p:cNvSpPr/>
          <p:nvPr/>
        </p:nvSpPr>
        <p:spPr>
          <a:xfrm rot="5400000">
            <a:off x="10575544" y="3433572"/>
            <a:ext cx="265176" cy="265176"/>
          </a:xfrm>
          <a:prstGeom prst="triangle">
            <a:avLst/>
          </a:prstGeom>
          <a:solidFill>
            <a:srgbClr val="FFFFFF"/>
          </a:solidFill>
          <a:ln w="3175">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84" name="app5">
            <a:extLst>
              <a:ext uri="{FF2B5EF4-FFF2-40B4-BE49-F238E27FC236}">
                <a16:creationId xmlns:a16="http://schemas.microsoft.com/office/drawing/2014/main" id="{D30FA95B-CB26-4F70-A718-44F855B9BAF8}"/>
              </a:ext>
            </a:extLst>
          </p:cNvPr>
          <p:cNvSpPr/>
          <p:nvPr/>
        </p:nvSpPr>
        <p:spPr>
          <a:xfrm>
            <a:off x="9809480" y="4069080"/>
            <a:ext cx="174244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A6192E"/>
                </a:solidFill>
                <a:effectLst/>
                <a:latin typeface="Calibri" panose="020F0502020204030204" pitchFamily="34" charset="0"/>
              </a:rPr>
              <a:t>PowerPoint</a:t>
            </a:r>
          </a:p>
          <a:p>
            <a:pPr algn="ctr">
              <a:buNone/>
            </a:pPr>
            <a:r>
              <a:rPr lang="en-US" sz="100">
                <a:effectLst/>
              </a:rPr>
              <a:t> </a:t>
            </a:r>
            <a:endParaRPr lang="en-US"/>
          </a:p>
        </p:txBody>
      </p:sp>
      <p:sp>
        <p:nvSpPr>
          <p:cNvPr id="17301" name="chap5">
            <a:extLst>
              <a:ext uri="{FF2B5EF4-FFF2-40B4-BE49-F238E27FC236}">
                <a16:creationId xmlns:a16="http://schemas.microsoft.com/office/drawing/2014/main" id="{E9165B97-ABD5-6EC8-D247-A1F6EF77A6EA}"/>
              </a:ext>
            </a:extLst>
          </p:cNvPr>
          <p:cNvSpPr/>
          <p:nvPr/>
        </p:nvSpPr>
        <p:spPr>
          <a:xfrm>
            <a:off x="9809480" y="4407408"/>
            <a:ext cx="1742440" cy="4297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i="1">
                <a:solidFill>
                  <a:srgbClr val="5F6672"/>
                </a:solidFill>
                <a:effectLst/>
                <a:latin typeface="Calibri" panose="020F0502020204030204" pitchFamily="34" charset="0"/>
              </a:rPr>
              <a:t>The decision</a:t>
            </a:r>
          </a:p>
          <a:p>
            <a:pPr algn="ctr">
              <a:buNone/>
            </a:pPr>
            <a:r>
              <a:rPr lang="en-US" sz="100">
                <a:effectLst/>
              </a:rPr>
              <a:t> </a:t>
            </a:r>
            <a:endParaRPr lang="en-US"/>
          </a:p>
        </p:txBody>
      </p:sp>
      <p:sp>
        <p:nvSpPr>
          <p:cNvPr id="17419" name="ev5">
            <a:extLst>
              <a:ext uri="{FF2B5EF4-FFF2-40B4-BE49-F238E27FC236}">
                <a16:creationId xmlns:a16="http://schemas.microsoft.com/office/drawing/2014/main" id="{8AB04F00-260A-F849-16C4-765A361D22B3}"/>
              </a:ext>
            </a:extLst>
          </p:cNvPr>
          <p:cNvSpPr/>
          <p:nvPr/>
        </p:nvSpPr>
        <p:spPr>
          <a:xfrm>
            <a:off x="9809480" y="4837176"/>
            <a:ext cx="174244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2B2F36"/>
                </a:solidFill>
                <a:effectLst/>
                <a:latin typeface="Calibri" panose="020F0502020204030204" pitchFamily="34" charset="0"/>
              </a:rPr>
              <a:t>ExCo decision on 12 November</a:t>
            </a:r>
          </a:p>
          <a:p>
            <a:pPr algn="ctr">
              <a:buNone/>
            </a:pPr>
            <a:r>
              <a:rPr lang="en-US" sz="100">
                <a:effectLst/>
              </a:rPr>
              <a:t> </a:t>
            </a:r>
            <a:endParaRPr lang="en-US"/>
          </a:p>
        </p:txBody>
      </p:sp>
      <p:sp>
        <p:nvSpPr>
          <p:cNvPr id="17538" name="label3">
            <a:extLst>
              <a:ext uri="{FF2B5EF4-FFF2-40B4-BE49-F238E27FC236}">
                <a16:creationId xmlns:a16="http://schemas.microsoft.com/office/drawing/2014/main" id="{FDAE7A82-F1B8-00A6-A938-EF173348D3BB}"/>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Tree>
    <p:extLst>
      <p:ext uri="{BB962C8B-B14F-4D97-AF65-F5344CB8AC3E}">
        <p14:creationId xmlns:p14="http://schemas.microsoft.com/office/powerpoint/2010/main" val="1956609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39" name="eyebrow4">
            <a:extLst>
              <a:ext uri="{FF2B5EF4-FFF2-40B4-BE49-F238E27FC236}">
                <a16:creationId xmlns:a16="http://schemas.microsoft.com/office/drawing/2014/main" id="{FA83B0A0-D106-8ED8-B380-85768D0BD165}"/>
              </a:ext>
            </a:extLst>
          </p:cNvPr>
          <p:cNvSpPr/>
          <p:nvPr/>
        </p:nvSpPr>
        <p:spPr>
          <a:xfrm>
            <a:off x="502920" y="45720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A6192E"/>
                </a:solidFill>
                <a:effectLst/>
                <a:latin typeface="Calibri" panose="020F0502020204030204" pitchFamily="34" charset="0"/>
              </a:rPr>
              <a:t>TODAY'S CHAPTER · WEEK 1</a:t>
            </a:r>
          </a:p>
          <a:p>
            <a:pPr algn="l">
              <a:buNone/>
            </a:pPr>
            <a:r>
              <a:rPr lang="en-US" sz="100">
                <a:effectLst/>
              </a:rPr>
              <a:t> </a:t>
            </a:r>
            <a:endParaRPr lang="en-US"/>
          </a:p>
        </p:txBody>
      </p:sp>
      <p:sp>
        <p:nvSpPr>
          <p:cNvPr id="17541" name="title4">
            <a:extLst>
              <a:ext uri="{FF2B5EF4-FFF2-40B4-BE49-F238E27FC236}">
                <a16:creationId xmlns:a16="http://schemas.microsoft.com/office/drawing/2014/main" id="{904BAD2E-09A4-D462-1017-24DEA8421B98}"/>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Outlook: The request</a:t>
            </a:r>
          </a:p>
          <a:p>
            <a:pPr algn="l">
              <a:buNone/>
            </a:pPr>
            <a:r>
              <a:rPr lang="en-US" sz="100">
                <a:effectLst/>
              </a:rPr>
              <a:t> </a:t>
            </a:r>
            <a:endParaRPr lang="en-US"/>
          </a:p>
        </p:txBody>
      </p:sp>
      <p:sp>
        <p:nvSpPr>
          <p:cNvPr id="17544" name="roleCard">
            <a:extLst>
              <a:ext uri="{FF2B5EF4-FFF2-40B4-BE49-F238E27FC236}">
                <a16:creationId xmlns:a16="http://schemas.microsoft.com/office/drawing/2014/main" id="{2449A6C3-23AF-FA9A-32CF-2F2059D0BCCE}"/>
              </a:ext>
            </a:extLst>
          </p:cNvPr>
          <p:cNvSpPr/>
          <p:nvPr/>
        </p:nvSpPr>
        <p:spPr>
          <a:xfrm>
            <a:off x="594360" y="1600200"/>
            <a:ext cx="3657600" cy="3703320"/>
          </a:xfrm>
          <a:prstGeom prst="rect">
            <a:avLst/>
          </a:prstGeom>
          <a:solidFill>
            <a:srgbClr val="14213D"/>
          </a:solidFill>
          <a:ln w="12700">
            <a:solidFill>
              <a:srgbClr val="14213D">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48" name="roleEyebrow">
            <a:extLst>
              <a:ext uri="{FF2B5EF4-FFF2-40B4-BE49-F238E27FC236}">
                <a16:creationId xmlns:a16="http://schemas.microsoft.com/office/drawing/2014/main" id="{B1CCEC48-A8D7-1502-3CA6-F217C3521F8A}"/>
              </a:ext>
            </a:extLst>
          </p:cNvPr>
          <p:cNvSpPr/>
          <p:nvPr/>
        </p:nvSpPr>
        <p:spPr>
          <a:xfrm>
            <a:off x="777240" y="1874520"/>
            <a:ext cx="32918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YOUR ROLE TODAY</a:t>
            </a:r>
          </a:p>
          <a:p>
            <a:pPr algn="l">
              <a:buNone/>
            </a:pPr>
            <a:r>
              <a:rPr lang="en-US" sz="100">
                <a:effectLst/>
              </a:rPr>
              <a:t> </a:t>
            </a:r>
            <a:endParaRPr lang="en-US"/>
          </a:p>
        </p:txBody>
      </p:sp>
      <p:sp>
        <p:nvSpPr>
          <p:cNvPr id="17553" name="who">
            <a:extLst>
              <a:ext uri="{FF2B5EF4-FFF2-40B4-BE49-F238E27FC236}">
                <a16:creationId xmlns:a16="http://schemas.microsoft.com/office/drawing/2014/main" id="{88FEC594-387C-9D2F-2B27-8A762B2BD49C}"/>
              </a:ext>
            </a:extLst>
          </p:cNvPr>
          <p:cNvSpPr/>
          <p:nvPr/>
        </p:nvSpPr>
        <p:spPr>
          <a:xfrm>
            <a:off x="777240" y="2240280"/>
            <a:ext cx="3291840" cy="4495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FFFFFF"/>
                </a:solidFill>
                <a:effectLst/>
                <a:latin typeface="Georgia" panose="02040502050405020303" pitchFamily="18" charset="0"/>
              </a:rPr>
              <a:t>Thomas Brennan</a:t>
            </a:r>
          </a:p>
          <a:p>
            <a:pPr algn="l">
              <a:buNone/>
            </a:pPr>
            <a:r>
              <a:rPr lang="en-US" sz="100">
                <a:effectLst/>
              </a:rPr>
              <a:t> </a:t>
            </a:r>
            <a:endParaRPr lang="en-US"/>
          </a:p>
        </p:txBody>
      </p:sp>
      <p:sp>
        <p:nvSpPr>
          <p:cNvPr id="17559" name="roleText">
            <a:extLst>
              <a:ext uri="{FF2B5EF4-FFF2-40B4-BE49-F238E27FC236}">
                <a16:creationId xmlns:a16="http://schemas.microsoft.com/office/drawing/2014/main" id="{90623112-0AC9-7AE9-9DD2-B1669E9BF7B9}"/>
              </a:ext>
            </a:extLst>
          </p:cNvPr>
          <p:cNvSpPr/>
          <p:nvPr/>
        </p:nvSpPr>
        <p:spPr>
          <a:xfrm>
            <a:off x="777240" y="2735580"/>
            <a:ext cx="3291840" cy="1181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DCE3EE"/>
                </a:solidFill>
                <a:effectLst/>
                <a:latin typeface="Calibri" panose="020F0502020204030204" pitchFamily="34" charset="0"/>
              </a:rPr>
              <a:t>Relationship Manager, back from two days at a client event to a full inbox – then Olivia Grant, Executive Assistant, for scheduling</a:t>
            </a:r>
          </a:p>
          <a:p>
            <a:pPr algn="l">
              <a:buNone/>
            </a:pPr>
            <a:r>
              <a:rPr lang="en-US" sz="100">
                <a:effectLst/>
              </a:rPr>
              <a:t> </a:t>
            </a:r>
            <a:endParaRPr lang="en-US"/>
          </a:p>
        </p:txBody>
      </p:sp>
      <p:sp>
        <p:nvSpPr>
          <p:cNvPr id="17566" name="storyDate">
            <a:extLst>
              <a:ext uri="{FF2B5EF4-FFF2-40B4-BE49-F238E27FC236}">
                <a16:creationId xmlns:a16="http://schemas.microsoft.com/office/drawing/2014/main" id="{1CA032FA-F379-9E45-062C-ABDF52A76624}"/>
              </a:ext>
            </a:extLst>
          </p:cNvPr>
          <p:cNvSpPr/>
          <p:nvPr/>
        </p:nvSpPr>
        <p:spPr>
          <a:xfrm>
            <a:off x="777240" y="4434840"/>
            <a:ext cx="329184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B9C4D6"/>
                </a:solidFill>
                <a:effectLst/>
                <a:latin typeface="Calibri" panose="020F0502020204030204" pitchFamily="34" charset="0"/>
              </a:rPr>
              <a:t>STORY DATE</a:t>
            </a:r>
          </a:p>
          <a:p>
            <a:pPr algn="l">
              <a:buNone/>
            </a:pPr>
            <a:r>
              <a:rPr lang="en-US" sz="1600">
                <a:solidFill>
                  <a:srgbClr val="FFFFFF"/>
                </a:solidFill>
                <a:effectLst/>
                <a:latin typeface="Calibri" panose="020F0502020204030204" pitchFamily="34" charset="0"/>
              </a:rPr>
              <a:t>Friday 9 October 2026</a:t>
            </a:r>
            <a:endParaRPr lang="en-US"/>
          </a:p>
        </p:txBody>
      </p:sp>
      <p:sp>
        <p:nvSpPr>
          <p:cNvPr id="17574" name="sitEyebrow">
            <a:extLst>
              <a:ext uri="{FF2B5EF4-FFF2-40B4-BE49-F238E27FC236}">
                <a16:creationId xmlns:a16="http://schemas.microsoft.com/office/drawing/2014/main" id="{52DA6CDF-9048-1A54-7E96-E275F326B2BA}"/>
              </a:ext>
            </a:extLst>
          </p:cNvPr>
          <p:cNvSpPr/>
          <p:nvPr/>
        </p:nvSpPr>
        <p:spPr>
          <a:xfrm>
            <a:off x="4462272" y="1600200"/>
            <a:ext cx="347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THE SITUATION</a:t>
            </a:r>
          </a:p>
          <a:p>
            <a:pPr algn="l">
              <a:buNone/>
            </a:pPr>
            <a:r>
              <a:rPr lang="en-US" sz="100">
                <a:effectLst/>
              </a:rPr>
              <a:t> </a:t>
            </a:r>
            <a:endParaRPr lang="en-US"/>
          </a:p>
        </p:txBody>
      </p:sp>
      <p:sp>
        <p:nvSpPr>
          <p:cNvPr id="17583" name="sit0">
            <a:extLst>
              <a:ext uri="{FF2B5EF4-FFF2-40B4-BE49-F238E27FC236}">
                <a16:creationId xmlns:a16="http://schemas.microsoft.com/office/drawing/2014/main" id="{7C8ED2C5-69B1-8969-E970-0045051DC9F9}"/>
              </a:ext>
            </a:extLst>
          </p:cNvPr>
          <p:cNvSpPr/>
          <p:nvPr/>
        </p:nvSpPr>
        <p:spPr>
          <a:xfrm>
            <a:off x="4462272" y="2057400"/>
            <a:ext cx="34747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On Monday, Fabrikam's CFO formally asked MUFG to lead an €800m financing.</a:t>
            </a:r>
          </a:p>
          <a:p>
            <a:pPr algn="l">
              <a:buNone/>
            </a:pPr>
            <a:r>
              <a:rPr lang="en-US" sz="100">
                <a:effectLst/>
              </a:rPr>
              <a:t> </a:t>
            </a:r>
            <a:endParaRPr lang="en-US"/>
          </a:p>
        </p:txBody>
      </p:sp>
      <p:sp>
        <p:nvSpPr>
          <p:cNvPr id="17593" name="sit1">
            <a:extLst>
              <a:ext uri="{FF2B5EF4-FFF2-40B4-BE49-F238E27FC236}">
                <a16:creationId xmlns:a16="http://schemas.microsoft.com/office/drawing/2014/main" id="{0D2156C3-49FC-C194-528C-D226AD0C995E}"/>
              </a:ext>
            </a:extLst>
          </p:cNvPr>
          <p:cNvSpPr/>
          <p:nvPr/>
        </p:nvSpPr>
        <p:spPr>
          <a:xfrm>
            <a:off x="4462272" y="2994660"/>
            <a:ext cx="347472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Risk, Compliance, Operations, Finance and Tokyo Head Office have all been emailing since.</a:t>
            </a:r>
          </a:p>
          <a:p>
            <a:pPr algn="l">
              <a:buNone/>
            </a:pPr>
            <a:r>
              <a:rPr lang="en-US" sz="100">
                <a:effectLst/>
              </a:rPr>
              <a:t> </a:t>
            </a:r>
            <a:endParaRPr lang="en-US"/>
          </a:p>
        </p:txBody>
      </p:sp>
      <p:sp>
        <p:nvSpPr>
          <p:cNvPr id="17604" name="sit2">
            <a:extLst>
              <a:ext uri="{FF2B5EF4-FFF2-40B4-BE49-F238E27FC236}">
                <a16:creationId xmlns:a16="http://schemas.microsoft.com/office/drawing/2014/main" id="{FD886A26-D9CA-EC12-3819-F7A1DE41F956}"/>
              </a:ext>
            </a:extLst>
          </p:cNvPr>
          <p:cNvSpPr/>
          <p:nvPr/>
        </p:nvSpPr>
        <p:spPr>
          <a:xfrm>
            <a:off x="4462272" y="4160520"/>
            <a:ext cx="34747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The client meeting is on Tuesday, and Haruka wants a draft reply to Tokyo today.</a:t>
            </a:r>
          </a:p>
          <a:p>
            <a:pPr algn="l">
              <a:buNone/>
            </a:pPr>
            <a:r>
              <a:rPr lang="en-US" sz="100">
                <a:effectLst/>
              </a:rPr>
              <a:t> </a:t>
            </a:r>
            <a:endParaRPr lang="en-US"/>
          </a:p>
        </p:txBody>
      </p:sp>
      <p:sp>
        <p:nvSpPr>
          <p:cNvPr id="17616" name="prEyebrow">
            <a:extLst>
              <a:ext uri="{FF2B5EF4-FFF2-40B4-BE49-F238E27FC236}">
                <a16:creationId xmlns:a16="http://schemas.microsoft.com/office/drawing/2014/main" id="{52A43207-885F-9230-BB97-13A2D9D050F6}"/>
              </a:ext>
            </a:extLst>
          </p:cNvPr>
          <p:cNvSpPr/>
          <p:nvPr/>
        </p:nvSpPr>
        <p:spPr>
          <a:xfrm>
            <a:off x="8055864" y="1600200"/>
            <a:ext cx="3633216"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WHAT YOU'LL PRACTISE</a:t>
            </a:r>
          </a:p>
          <a:p>
            <a:pPr algn="l">
              <a:buNone/>
            </a:pPr>
            <a:r>
              <a:rPr lang="en-US" sz="100">
                <a:effectLst/>
              </a:rPr>
              <a:t> </a:t>
            </a:r>
            <a:endParaRPr lang="en-US"/>
          </a:p>
        </p:txBody>
      </p:sp>
      <p:sp>
        <p:nvSpPr>
          <p:cNvPr id="17629" name="prNum0">
            <a:extLst>
              <a:ext uri="{FF2B5EF4-FFF2-40B4-BE49-F238E27FC236}">
                <a16:creationId xmlns:a16="http://schemas.microsoft.com/office/drawing/2014/main" id="{CC9FAA2B-3F02-CB44-C068-BB88627CD0DB}"/>
              </a:ext>
            </a:extLst>
          </p:cNvPr>
          <p:cNvSpPr/>
          <p:nvPr/>
        </p:nvSpPr>
        <p:spPr>
          <a:xfrm>
            <a:off x="8055864" y="2057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1</a:t>
            </a:r>
          </a:p>
          <a:p>
            <a:pPr algn="l">
              <a:buNone/>
            </a:pPr>
            <a:r>
              <a:rPr lang="en-US" sz="100">
                <a:effectLst/>
              </a:rPr>
              <a:t> </a:t>
            </a:r>
            <a:endParaRPr lang="en-US"/>
          </a:p>
        </p:txBody>
      </p:sp>
      <p:sp>
        <p:nvSpPr>
          <p:cNvPr id="17643" name="pr0">
            <a:extLst>
              <a:ext uri="{FF2B5EF4-FFF2-40B4-BE49-F238E27FC236}">
                <a16:creationId xmlns:a16="http://schemas.microsoft.com/office/drawing/2014/main" id="{ED5E3FFD-ED78-121D-9EC1-E25933374391}"/>
              </a:ext>
            </a:extLst>
          </p:cNvPr>
          <p:cNvSpPr/>
          <p:nvPr/>
        </p:nvSpPr>
        <p:spPr>
          <a:xfrm>
            <a:off x="8421624" y="2057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Summarise long threads</a:t>
            </a:r>
          </a:p>
          <a:p>
            <a:pPr algn="l">
              <a:buNone/>
            </a:pPr>
            <a:r>
              <a:rPr lang="en-US" sz="100">
                <a:effectLst/>
              </a:rPr>
              <a:t> </a:t>
            </a:r>
            <a:endParaRPr lang="en-US"/>
          </a:p>
        </p:txBody>
      </p:sp>
      <p:sp>
        <p:nvSpPr>
          <p:cNvPr id="17658" name="prNum1">
            <a:extLst>
              <a:ext uri="{FF2B5EF4-FFF2-40B4-BE49-F238E27FC236}">
                <a16:creationId xmlns:a16="http://schemas.microsoft.com/office/drawing/2014/main" id="{1DA881D5-83AB-BA4D-F335-CCD593879D5E}"/>
              </a:ext>
            </a:extLst>
          </p:cNvPr>
          <p:cNvSpPr/>
          <p:nvPr/>
        </p:nvSpPr>
        <p:spPr>
          <a:xfrm>
            <a:off x="8055864" y="25146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2</a:t>
            </a:r>
          </a:p>
          <a:p>
            <a:pPr algn="l">
              <a:buNone/>
            </a:pPr>
            <a:r>
              <a:rPr lang="en-US" sz="100">
                <a:effectLst/>
              </a:rPr>
              <a:t> </a:t>
            </a:r>
            <a:endParaRPr lang="en-US"/>
          </a:p>
        </p:txBody>
      </p:sp>
      <p:sp>
        <p:nvSpPr>
          <p:cNvPr id="17674" name="pr1">
            <a:extLst>
              <a:ext uri="{FF2B5EF4-FFF2-40B4-BE49-F238E27FC236}">
                <a16:creationId xmlns:a16="http://schemas.microsoft.com/office/drawing/2014/main" id="{E8BB8DE5-3F5E-0C11-DAF8-6BD89D1B05B9}"/>
              </a:ext>
            </a:extLst>
          </p:cNvPr>
          <p:cNvSpPr/>
          <p:nvPr/>
        </p:nvSpPr>
        <p:spPr>
          <a:xfrm>
            <a:off x="8421624" y="25146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Find actions and decisions</a:t>
            </a:r>
          </a:p>
          <a:p>
            <a:pPr algn="l">
              <a:buNone/>
            </a:pPr>
            <a:r>
              <a:rPr lang="en-US" sz="100">
                <a:effectLst/>
              </a:rPr>
              <a:t> </a:t>
            </a:r>
            <a:endParaRPr lang="en-US"/>
          </a:p>
        </p:txBody>
      </p:sp>
      <p:sp>
        <p:nvSpPr>
          <p:cNvPr id="17691" name="prNum2">
            <a:extLst>
              <a:ext uri="{FF2B5EF4-FFF2-40B4-BE49-F238E27FC236}">
                <a16:creationId xmlns:a16="http://schemas.microsoft.com/office/drawing/2014/main" id="{DA2AE742-32A5-E2B5-7696-193F827C1E1B}"/>
              </a:ext>
            </a:extLst>
          </p:cNvPr>
          <p:cNvSpPr/>
          <p:nvPr/>
        </p:nvSpPr>
        <p:spPr>
          <a:xfrm>
            <a:off x="8055864" y="29718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3</a:t>
            </a:r>
          </a:p>
          <a:p>
            <a:pPr algn="l">
              <a:buNone/>
            </a:pPr>
            <a:r>
              <a:rPr lang="en-US" sz="100">
                <a:effectLst/>
              </a:rPr>
              <a:t> </a:t>
            </a:r>
            <a:endParaRPr lang="en-US"/>
          </a:p>
        </p:txBody>
      </p:sp>
      <p:sp>
        <p:nvSpPr>
          <p:cNvPr id="17709" name="pr2">
            <a:extLst>
              <a:ext uri="{FF2B5EF4-FFF2-40B4-BE49-F238E27FC236}">
                <a16:creationId xmlns:a16="http://schemas.microsoft.com/office/drawing/2014/main" id="{EFBFE1E5-4FD1-4ED9-16A9-EC47F9E79975}"/>
              </a:ext>
            </a:extLst>
          </p:cNvPr>
          <p:cNvSpPr/>
          <p:nvPr/>
        </p:nvSpPr>
        <p:spPr>
          <a:xfrm>
            <a:off x="8421624" y="29718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Draft replies for any reader</a:t>
            </a:r>
          </a:p>
          <a:p>
            <a:pPr algn="l">
              <a:buNone/>
            </a:pPr>
            <a:r>
              <a:rPr lang="en-US" sz="100">
                <a:effectLst/>
              </a:rPr>
              <a:t> </a:t>
            </a:r>
            <a:endParaRPr lang="en-US"/>
          </a:p>
        </p:txBody>
      </p:sp>
      <p:sp>
        <p:nvSpPr>
          <p:cNvPr id="17728" name="prNum3">
            <a:extLst>
              <a:ext uri="{FF2B5EF4-FFF2-40B4-BE49-F238E27FC236}">
                <a16:creationId xmlns:a16="http://schemas.microsoft.com/office/drawing/2014/main" id="{7652D32F-2AEF-1D3D-6F40-B13A18844062}"/>
              </a:ext>
            </a:extLst>
          </p:cNvPr>
          <p:cNvSpPr/>
          <p:nvPr/>
        </p:nvSpPr>
        <p:spPr>
          <a:xfrm>
            <a:off x="8055864" y="34290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4</a:t>
            </a:r>
          </a:p>
          <a:p>
            <a:pPr algn="l">
              <a:buNone/>
            </a:pPr>
            <a:r>
              <a:rPr lang="en-US" sz="100">
                <a:effectLst/>
              </a:rPr>
              <a:t> </a:t>
            </a:r>
            <a:endParaRPr lang="en-US"/>
          </a:p>
        </p:txBody>
      </p:sp>
      <p:sp>
        <p:nvSpPr>
          <p:cNvPr id="17748" name="pr3">
            <a:extLst>
              <a:ext uri="{FF2B5EF4-FFF2-40B4-BE49-F238E27FC236}">
                <a16:creationId xmlns:a16="http://schemas.microsoft.com/office/drawing/2014/main" id="{661A0106-58A4-4882-45B4-98C325B4D99C}"/>
              </a:ext>
            </a:extLst>
          </p:cNvPr>
          <p:cNvSpPr/>
          <p:nvPr/>
        </p:nvSpPr>
        <p:spPr>
          <a:xfrm>
            <a:off x="8421624" y="34290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Use Coaching by Copilot</a:t>
            </a:r>
          </a:p>
          <a:p>
            <a:pPr algn="l">
              <a:buNone/>
            </a:pPr>
            <a:r>
              <a:rPr lang="en-US" sz="100">
                <a:effectLst/>
              </a:rPr>
              <a:t> </a:t>
            </a:r>
            <a:endParaRPr lang="en-US"/>
          </a:p>
        </p:txBody>
      </p:sp>
      <p:sp>
        <p:nvSpPr>
          <p:cNvPr id="17769" name="prNum4">
            <a:extLst>
              <a:ext uri="{FF2B5EF4-FFF2-40B4-BE49-F238E27FC236}">
                <a16:creationId xmlns:a16="http://schemas.microsoft.com/office/drawing/2014/main" id="{D385E01F-DBBB-7364-8992-D5ACD2229C13}"/>
              </a:ext>
            </a:extLst>
          </p:cNvPr>
          <p:cNvSpPr/>
          <p:nvPr/>
        </p:nvSpPr>
        <p:spPr>
          <a:xfrm>
            <a:off x="8055864" y="38862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5</a:t>
            </a:r>
          </a:p>
          <a:p>
            <a:pPr algn="l">
              <a:buNone/>
            </a:pPr>
            <a:r>
              <a:rPr lang="en-US" sz="100">
                <a:effectLst/>
              </a:rPr>
              <a:t> </a:t>
            </a:r>
            <a:endParaRPr lang="en-US"/>
          </a:p>
        </p:txBody>
      </p:sp>
      <p:sp>
        <p:nvSpPr>
          <p:cNvPr id="17791" name="pr4">
            <a:extLst>
              <a:ext uri="{FF2B5EF4-FFF2-40B4-BE49-F238E27FC236}">
                <a16:creationId xmlns:a16="http://schemas.microsoft.com/office/drawing/2014/main" id="{DA547520-EF74-12CA-05D6-931BA8E71386}"/>
              </a:ext>
            </a:extLst>
          </p:cNvPr>
          <p:cNvSpPr/>
          <p:nvPr/>
        </p:nvSpPr>
        <p:spPr>
          <a:xfrm>
            <a:off x="8421624" y="38862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Turn notes into a follow-up</a:t>
            </a:r>
          </a:p>
          <a:p>
            <a:pPr algn="l">
              <a:buNone/>
            </a:pPr>
            <a:r>
              <a:rPr lang="en-US" sz="100">
                <a:effectLst/>
              </a:rPr>
              <a:t> </a:t>
            </a:r>
            <a:endParaRPr lang="en-US"/>
          </a:p>
        </p:txBody>
      </p:sp>
      <p:sp>
        <p:nvSpPr>
          <p:cNvPr id="17814" name="prNum5">
            <a:extLst>
              <a:ext uri="{FF2B5EF4-FFF2-40B4-BE49-F238E27FC236}">
                <a16:creationId xmlns:a16="http://schemas.microsoft.com/office/drawing/2014/main" id="{E9EDAE8B-B8C9-FD05-89DA-5EC234F31A23}"/>
              </a:ext>
            </a:extLst>
          </p:cNvPr>
          <p:cNvSpPr/>
          <p:nvPr/>
        </p:nvSpPr>
        <p:spPr>
          <a:xfrm>
            <a:off x="8055864" y="4343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6</a:t>
            </a:r>
          </a:p>
          <a:p>
            <a:pPr algn="l">
              <a:buNone/>
            </a:pPr>
            <a:r>
              <a:rPr lang="en-US" sz="100">
                <a:effectLst/>
              </a:rPr>
              <a:t> </a:t>
            </a:r>
            <a:endParaRPr lang="en-US"/>
          </a:p>
        </p:txBody>
      </p:sp>
      <p:sp>
        <p:nvSpPr>
          <p:cNvPr id="17838" name="pr5">
            <a:extLst>
              <a:ext uri="{FF2B5EF4-FFF2-40B4-BE49-F238E27FC236}">
                <a16:creationId xmlns:a16="http://schemas.microsoft.com/office/drawing/2014/main" id="{BCC67DEA-90E4-9500-1D89-B0FF522D0BB5}"/>
              </a:ext>
            </a:extLst>
          </p:cNvPr>
          <p:cNvSpPr/>
          <p:nvPr/>
        </p:nvSpPr>
        <p:spPr>
          <a:xfrm>
            <a:off x="8421624" y="4343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Prepare for a meeting</a:t>
            </a:r>
          </a:p>
          <a:p>
            <a:pPr algn="l">
              <a:buNone/>
            </a:pPr>
            <a:r>
              <a:rPr lang="en-US" sz="100">
                <a:effectLst/>
              </a:rPr>
              <a:t> </a:t>
            </a:r>
            <a:endParaRPr lang="en-US"/>
          </a:p>
        </p:txBody>
      </p:sp>
      <p:sp>
        <p:nvSpPr>
          <p:cNvPr id="17863" name="prNum6">
            <a:extLst>
              <a:ext uri="{FF2B5EF4-FFF2-40B4-BE49-F238E27FC236}">
                <a16:creationId xmlns:a16="http://schemas.microsoft.com/office/drawing/2014/main" id="{915FF2D0-5DFC-5A4A-2AD8-DB5A393B4068}"/>
              </a:ext>
            </a:extLst>
          </p:cNvPr>
          <p:cNvSpPr/>
          <p:nvPr/>
        </p:nvSpPr>
        <p:spPr>
          <a:xfrm>
            <a:off x="8055864" y="4800600"/>
            <a:ext cx="4572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7</a:t>
            </a:r>
          </a:p>
          <a:p>
            <a:pPr algn="l">
              <a:buNone/>
            </a:pPr>
            <a:r>
              <a:rPr lang="en-US" sz="100">
                <a:effectLst/>
              </a:rPr>
              <a:t> </a:t>
            </a:r>
            <a:endParaRPr lang="en-US"/>
          </a:p>
        </p:txBody>
      </p:sp>
      <p:sp>
        <p:nvSpPr>
          <p:cNvPr id="17889" name="pr6">
            <a:extLst>
              <a:ext uri="{FF2B5EF4-FFF2-40B4-BE49-F238E27FC236}">
                <a16:creationId xmlns:a16="http://schemas.microsoft.com/office/drawing/2014/main" id="{C3CE4720-A2A6-52DE-3D65-72C8C7EF8BE9}"/>
              </a:ext>
            </a:extLst>
          </p:cNvPr>
          <p:cNvSpPr/>
          <p:nvPr/>
        </p:nvSpPr>
        <p:spPr>
          <a:xfrm>
            <a:off x="8421624" y="4800600"/>
            <a:ext cx="326745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Prioritise your inbox</a:t>
            </a:r>
          </a:p>
          <a:p>
            <a:pPr algn="l">
              <a:buNone/>
            </a:pPr>
            <a:r>
              <a:rPr lang="en-US" sz="100">
                <a:effectLst/>
              </a:rPr>
              <a:t> </a:t>
            </a:r>
            <a:endParaRPr lang="en-US"/>
          </a:p>
        </p:txBody>
      </p:sp>
      <p:sp>
        <p:nvSpPr>
          <p:cNvPr id="17916" name="strip0">
            <a:extLst>
              <a:ext uri="{FF2B5EF4-FFF2-40B4-BE49-F238E27FC236}">
                <a16:creationId xmlns:a16="http://schemas.microsoft.com/office/drawing/2014/main" id="{8D02AC05-D50F-CD33-9214-86149B1C381B}"/>
              </a:ext>
            </a:extLst>
          </p:cNvPr>
          <p:cNvSpPr/>
          <p:nvPr/>
        </p:nvSpPr>
        <p:spPr>
          <a:xfrm>
            <a:off x="594360" y="5532120"/>
            <a:ext cx="2194560" cy="384048"/>
          </a:xfrm>
          <a:prstGeom prst="rect">
            <a:avLst/>
          </a:prstGeom>
          <a:solidFill>
            <a:srgbClr val="EDF0F5"/>
          </a:solidFill>
          <a:ln w="285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4213D"/>
                </a:solidFill>
                <a:effectLst/>
                <a:latin typeface="Calibri" panose="020F0502020204030204" pitchFamily="34" charset="0"/>
              </a:rPr>
              <a:t>Week 1 · Outlook</a:t>
            </a:r>
          </a:p>
          <a:p>
            <a:pPr algn="ctr">
              <a:buNone/>
            </a:pPr>
            <a:r>
              <a:rPr lang="en-US" sz="100">
                <a:effectLst/>
              </a:rPr>
              <a:t> </a:t>
            </a:r>
            <a:endParaRPr lang="en-US"/>
          </a:p>
        </p:txBody>
      </p:sp>
      <p:sp>
        <p:nvSpPr>
          <p:cNvPr id="17944" name="strip1">
            <a:extLst>
              <a:ext uri="{FF2B5EF4-FFF2-40B4-BE49-F238E27FC236}">
                <a16:creationId xmlns:a16="http://schemas.microsoft.com/office/drawing/2014/main" id="{187F727A-CC6E-21D5-D7F4-6A7514DE30A0}"/>
              </a:ext>
            </a:extLst>
          </p:cNvPr>
          <p:cNvSpPr/>
          <p:nvPr/>
        </p:nvSpPr>
        <p:spPr>
          <a:xfrm>
            <a:off x="283464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2</a:t>
            </a:r>
          </a:p>
          <a:p>
            <a:pPr algn="ctr">
              <a:buNone/>
            </a:pPr>
            <a:r>
              <a:rPr lang="en-US" sz="100">
                <a:effectLst/>
              </a:rPr>
              <a:t> </a:t>
            </a:r>
            <a:endParaRPr lang="en-US"/>
          </a:p>
        </p:txBody>
      </p:sp>
      <p:sp>
        <p:nvSpPr>
          <p:cNvPr id="17973" name="strip2">
            <a:extLst>
              <a:ext uri="{FF2B5EF4-FFF2-40B4-BE49-F238E27FC236}">
                <a16:creationId xmlns:a16="http://schemas.microsoft.com/office/drawing/2014/main" id="{79D3355C-9DA8-1D53-0F2E-A1FFBB6A7578}"/>
              </a:ext>
            </a:extLst>
          </p:cNvPr>
          <p:cNvSpPr/>
          <p:nvPr/>
        </p:nvSpPr>
        <p:spPr>
          <a:xfrm>
            <a:off x="387858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3 · Excel</a:t>
            </a:r>
          </a:p>
          <a:p>
            <a:pPr algn="ctr">
              <a:buNone/>
            </a:pPr>
            <a:r>
              <a:rPr lang="en-US" sz="100">
                <a:effectLst/>
              </a:rPr>
              <a:t> </a:t>
            </a:r>
            <a:endParaRPr lang="en-US"/>
          </a:p>
        </p:txBody>
      </p:sp>
      <p:sp>
        <p:nvSpPr>
          <p:cNvPr id="18003" name="strip3">
            <a:extLst>
              <a:ext uri="{FF2B5EF4-FFF2-40B4-BE49-F238E27FC236}">
                <a16:creationId xmlns:a16="http://schemas.microsoft.com/office/drawing/2014/main" id="{FD0246AF-218D-FA56-6543-E23A38F2F528}"/>
              </a:ext>
            </a:extLst>
          </p:cNvPr>
          <p:cNvSpPr/>
          <p:nvPr/>
        </p:nvSpPr>
        <p:spPr>
          <a:xfrm>
            <a:off x="611886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4</a:t>
            </a:r>
          </a:p>
          <a:p>
            <a:pPr algn="ctr">
              <a:buNone/>
            </a:pPr>
            <a:r>
              <a:rPr lang="en-US" sz="100">
                <a:effectLst/>
              </a:rPr>
              <a:t> </a:t>
            </a:r>
            <a:endParaRPr lang="en-US"/>
          </a:p>
        </p:txBody>
      </p:sp>
      <p:sp>
        <p:nvSpPr>
          <p:cNvPr id="18034" name="strip4">
            <a:extLst>
              <a:ext uri="{FF2B5EF4-FFF2-40B4-BE49-F238E27FC236}">
                <a16:creationId xmlns:a16="http://schemas.microsoft.com/office/drawing/2014/main" id="{E3CD5B1C-066E-B2F0-3932-C2DA5E5C89B0}"/>
              </a:ext>
            </a:extLst>
          </p:cNvPr>
          <p:cNvSpPr/>
          <p:nvPr/>
        </p:nvSpPr>
        <p:spPr>
          <a:xfrm>
            <a:off x="716280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5 · Word</a:t>
            </a:r>
          </a:p>
          <a:p>
            <a:pPr algn="ctr">
              <a:buNone/>
            </a:pPr>
            <a:r>
              <a:rPr lang="en-US" sz="100">
                <a:effectLst/>
              </a:rPr>
              <a:t> </a:t>
            </a:r>
            <a:endParaRPr lang="en-US"/>
          </a:p>
        </p:txBody>
      </p:sp>
      <p:sp>
        <p:nvSpPr>
          <p:cNvPr id="18066" name="strip5">
            <a:extLst>
              <a:ext uri="{FF2B5EF4-FFF2-40B4-BE49-F238E27FC236}">
                <a16:creationId xmlns:a16="http://schemas.microsoft.com/office/drawing/2014/main" id="{C0645A42-0FAA-564C-E369-4E623A2261CD}"/>
              </a:ext>
            </a:extLst>
          </p:cNvPr>
          <p:cNvSpPr/>
          <p:nvPr/>
        </p:nvSpPr>
        <p:spPr>
          <a:xfrm>
            <a:off x="940308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6 · PowerPoint</a:t>
            </a:r>
          </a:p>
          <a:p>
            <a:pPr algn="ctr">
              <a:buNone/>
            </a:pPr>
            <a:r>
              <a:rPr lang="en-US" sz="100">
                <a:effectLst/>
              </a:rPr>
              <a:t> </a:t>
            </a:r>
            <a:endParaRPr lang="en-US"/>
          </a:p>
        </p:txBody>
      </p:sp>
      <p:sp>
        <p:nvSpPr>
          <p:cNvPr id="18099" name="label4">
            <a:extLst>
              <a:ext uri="{FF2B5EF4-FFF2-40B4-BE49-F238E27FC236}">
                <a16:creationId xmlns:a16="http://schemas.microsoft.com/office/drawing/2014/main" id="{A7C00BB4-A804-48F1-7351-DC86BC2895F3}"/>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Tree>
    <p:extLst>
      <p:ext uri="{BB962C8B-B14F-4D97-AF65-F5344CB8AC3E}">
        <p14:creationId xmlns:p14="http://schemas.microsoft.com/office/powerpoint/2010/main" val="992906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33" name="eyebrow5">
            <a:extLst>
              <a:ext uri="{FF2B5EF4-FFF2-40B4-BE49-F238E27FC236}">
                <a16:creationId xmlns:a16="http://schemas.microsoft.com/office/drawing/2014/main" id="{7AC20E3A-D411-215F-685B-E29C801356B1}"/>
              </a:ext>
            </a:extLst>
          </p:cNvPr>
          <p:cNvSpPr/>
          <p:nvPr/>
        </p:nvSpPr>
        <p:spPr>
          <a:xfrm>
            <a:off x="502920" y="45720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A6192E"/>
                </a:solidFill>
                <a:effectLst/>
                <a:latin typeface="Calibri" panose="020F0502020204030204" pitchFamily="34" charset="0"/>
              </a:rPr>
              <a:t>TODAY'S CHAPTER · WEEK 3</a:t>
            </a:r>
          </a:p>
          <a:p>
            <a:pPr algn="l">
              <a:buNone/>
            </a:pPr>
            <a:r>
              <a:rPr lang="en-US" sz="100">
                <a:effectLst/>
              </a:rPr>
              <a:t> </a:t>
            </a:r>
            <a:endParaRPr lang="en-US"/>
          </a:p>
        </p:txBody>
      </p:sp>
      <p:sp>
        <p:nvSpPr>
          <p:cNvPr id="18168" name="title5">
            <a:extLst>
              <a:ext uri="{FF2B5EF4-FFF2-40B4-BE49-F238E27FC236}">
                <a16:creationId xmlns:a16="http://schemas.microsoft.com/office/drawing/2014/main" id="{A7B8D052-105F-4A32-7F25-3C2C21A3239E}"/>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Excel: The numbers</a:t>
            </a:r>
          </a:p>
          <a:p>
            <a:pPr algn="l">
              <a:buNone/>
            </a:pPr>
            <a:r>
              <a:rPr lang="en-US" sz="100">
                <a:effectLst/>
              </a:rPr>
              <a:t> </a:t>
            </a:r>
            <a:endParaRPr lang="en-US"/>
          </a:p>
        </p:txBody>
      </p:sp>
      <p:sp>
        <p:nvSpPr>
          <p:cNvPr id="18204" name="roleCard">
            <a:extLst>
              <a:ext uri="{FF2B5EF4-FFF2-40B4-BE49-F238E27FC236}">
                <a16:creationId xmlns:a16="http://schemas.microsoft.com/office/drawing/2014/main" id="{527EBE98-6C9B-BAD9-6429-C92868963669}"/>
              </a:ext>
            </a:extLst>
          </p:cNvPr>
          <p:cNvSpPr/>
          <p:nvPr/>
        </p:nvSpPr>
        <p:spPr>
          <a:xfrm>
            <a:off x="594360" y="1600200"/>
            <a:ext cx="3657600" cy="3703320"/>
          </a:xfrm>
          <a:prstGeom prst="rect">
            <a:avLst/>
          </a:prstGeom>
          <a:solidFill>
            <a:srgbClr val="14213D"/>
          </a:solidFill>
          <a:ln w="12700">
            <a:solidFill>
              <a:srgbClr val="14213D">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41" name="roleEyebrow">
            <a:extLst>
              <a:ext uri="{FF2B5EF4-FFF2-40B4-BE49-F238E27FC236}">
                <a16:creationId xmlns:a16="http://schemas.microsoft.com/office/drawing/2014/main" id="{3D776824-F21B-F62E-A9C0-6E9329BD26A7}"/>
              </a:ext>
            </a:extLst>
          </p:cNvPr>
          <p:cNvSpPr/>
          <p:nvPr/>
        </p:nvSpPr>
        <p:spPr>
          <a:xfrm>
            <a:off x="777240" y="1874520"/>
            <a:ext cx="32918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YOUR ROLE TODAY</a:t>
            </a:r>
          </a:p>
          <a:p>
            <a:pPr algn="l">
              <a:buNone/>
            </a:pPr>
            <a:r>
              <a:rPr lang="en-US" sz="100">
                <a:effectLst/>
              </a:rPr>
              <a:t> </a:t>
            </a:r>
            <a:endParaRPr lang="en-US"/>
          </a:p>
        </p:txBody>
      </p:sp>
      <p:sp>
        <p:nvSpPr>
          <p:cNvPr id="18279" name="who">
            <a:extLst>
              <a:ext uri="{FF2B5EF4-FFF2-40B4-BE49-F238E27FC236}">
                <a16:creationId xmlns:a16="http://schemas.microsoft.com/office/drawing/2014/main" id="{CE20D20D-5576-F020-6266-7DE77C994913}"/>
              </a:ext>
            </a:extLst>
          </p:cNvPr>
          <p:cNvSpPr/>
          <p:nvPr/>
        </p:nvSpPr>
        <p:spPr>
          <a:xfrm>
            <a:off x="777240" y="2240280"/>
            <a:ext cx="3291840" cy="4495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FFFFFF"/>
                </a:solidFill>
                <a:effectLst/>
                <a:latin typeface="Georgia" panose="02040502050405020303" pitchFamily="18" charset="0"/>
              </a:rPr>
              <a:t>Priya Raman</a:t>
            </a:r>
          </a:p>
          <a:p>
            <a:pPr algn="l">
              <a:buNone/>
            </a:pPr>
            <a:r>
              <a:rPr lang="en-US" sz="100">
                <a:effectLst/>
              </a:rPr>
              <a:t> </a:t>
            </a:r>
            <a:endParaRPr lang="en-US"/>
          </a:p>
        </p:txBody>
      </p:sp>
      <p:sp>
        <p:nvSpPr>
          <p:cNvPr id="18318" name="roleText">
            <a:extLst>
              <a:ext uri="{FF2B5EF4-FFF2-40B4-BE49-F238E27FC236}">
                <a16:creationId xmlns:a16="http://schemas.microsoft.com/office/drawing/2014/main" id="{E7AA8894-DFF6-44AE-E9EB-C6953A5E6ECE}"/>
              </a:ext>
            </a:extLst>
          </p:cNvPr>
          <p:cNvSpPr/>
          <p:nvPr/>
        </p:nvSpPr>
        <p:spPr>
          <a:xfrm>
            <a:off x="777240" y="2735580"/>
            <a:ext cx="3291840" cy="9677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DCE3EE"/>
                </a:solidFill>
                <a:effectLst/>
                <a:latin typeface="Calibri" panose="020F0502020204030204" pitchFamily="34" charset="0"/>
              </a:rPr>
              <a:t>Vice President, Credit Portfolio Management, EMEA – working with Sander de Vries, Financial Analyst</a:t>
            </a:r>
          </a:p>
          <a:p>
            <a:pPr algn="l">
              <a:buNone/>
            </a:pPr>
            <a:r>
              <a:rPr lang="en-US" sz="100">
                <a:effectLst/>
              </a:rPr>
              <a:t> </a:t>
            </a:r>
            <a:endParaRPr lang="en-US"/>
          </a:p>
        </p:txBody>
      </p:sp>
      <p:sp>
        <p:nvSpPr>
          <p:cNvPr id="18358" name="storyDate">
            <a:extLst>
              <a:ext uri="{FF2B5EF4-FFF2-40B4-BE49-F238E27FC236}">
                <a16:creationId xmlns:a16="http://schemas.microsoft.com/office/drawing/2014/main" id="{9B0F945B-43E2-4CE2-83BD-8388E2F337B8}"/>
              </a:ext>
            </a:extLst>
          </p:cNvPr>
          <p:cNvSpPr/>
          <p:nvPr/>
        </p:nvSpPr>
        <p:spPr>
          <a:xfrm>
            <a:off x="777240" y="4434840"/>
            <a:ext cx="329184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B9C4D6"/>
                </a:solidFill>
                <a:effectLst/>
                <a:latin typeface="Calibri" panose="020F0502020204030204" pitchFamily="34" charset="0"/>
              </a:rPr>
              <a:t>STORY DATE</a:t>
            </a:r>
          </a:p>
          <a:p>
            <a:pPr algn="l">
              <a:buNone/>
            </a:pPr>
            <a:r>
              <a:rPr lang="en-US" sz="1600">
                <a:solidFill>
                  <a:srgbClr val="FFFFFF"/>
                </a:solidFill>
                <a:effectLst/>
                <a:latin typeface="Calibri" panose="020F0502020204030204" pitchFamily="34" charset="0"/>
              </a:rPr>
              <a:t>Wednesday 21 October 2026</a:t>
            </a:r>
            <a:endParaRPr lang="en-US"/>
          </a:p>
        </p:txBody>
      </p:sp>
      <p:sp>
        <p:nvSpPr>
          <p:cNvPr id="18399" name="sitEyebrow">
            <a:extLst>
              <a:ext uri="{FF2B5EF4-FFF2-40B4-BE49-F238E27FC236}">
                <a16:creationId xmlns:a16="http://schemas.microsoft.com/office/drawing/2014/main" id="{EEFD3D15-7041-2628-3902-8B545BD0780B}"/>
              </a:ext>
            </a:extLst>
          </p:cNvPr>
          <p:cNvSpPr/>
          <p:nvPr/>
        </p:nvSpPr>
        <p:spPr>
          <a:xfrm>
            <a:off x="4462272" y="1600200"/>
            <a:ext cx="347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THE SITUATION</a:t>
            </a:r>
          </a:p>
          <a:p>
            <a:pPr algn="l">
              <a:buNone/>
            </a:pPr>
            <a:r>
              <a:rPr lang="en-US" sz="100">
                <a:effectLst/>
              </a:rPr>
              <a:t> </a:t>
            </a:r>
            <a:endParaRPr lang="en-US"/>
          </a:p>
        </p:txBody>
      </p:sp>
      <p:sp>
        <p:nvSpPr>
          <p:cNvPr id="18441" name="sit0">
            <a:extLst>
              <a:ext uri="{FF2B5EF4-FFF2-40B4-BE49-F238E27FC236}">
                <a16:creationId xmlns:a16="http://schemas.microsoft.com/office/drawing/2014/main" id="{8BCB420E-E964-2E38-1632-CD34972104CB}"/>
              </a:ext>
            </a:extLst>
          </p:cNvPr>
          <p:cNvSpPr/>
          <p:nvPr/>
        </p:nvSpPr>
        <p:spPr>
          <a:xfrm>
            <a:off x="4462272" y="2057400"/>
            <a:ext cx="34747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Next Tuesday the credit and compliance review will discuss Project Meridian.</a:t>
            </a:r>
          </a:p>
          <a:p>
            <a:pPr algn="l">
              <a:buNone/>
            </a:pPr>
            <a:r>
              <a:rPr lang="en-US" sz="100">
                <a:effectLst/>
              </a:rPr>
              <a:t> </a:t>
            </a:r>
            <a:endParaRPr lang="en-US"/>
          </a:p>
        </p:txBody>
      </p:sp>
      <p:sp>
        <p:nvSpPr>
          <p:cNvPr id="18484" name="sit1">
            <a:extLst>
              <a:ext uri="{FF2B5EF4-FFF2-40B4-BE49-F238E27FC236}">
                <a16:creationId xmlns:a16="http://schemas.microsoft.com/office/drawing/2014/main" id="{CF4E398E-18F8-B9FF-7860-C83C65889BAF}"/>
              </a:ext>
            </a:extLst>
          </p:cNvPr>
          <p:cNvSpPr/>
          <p:nvPr/>
        </p:nvSpPr>
        <p:spPr>
          <a:xfrm>
            <a:off x="4462272" y="2994660"/>
            <a:ext cx="34747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Haruka needs to know how the EMEA corporate portfolio performed in Q3.</a:t>
            </a:r>
          </a:p>
          <a:p>
            <a:pPr algn="l">
              <a:buNone/>
            </a:pPr>
            <a:r>
              <a:rPr lang="en-US" sz="100">
                <a:effectLst/>
              </a:rPr>
              <a:t> </a:t>
            </a:r>
            <a:endParaRPr lang="en-US"/>
          </a:p>
        </p:txBody>
      </p:sp>
      <p:sp>
        <p:nvSpPr>
          <p:cNvPr id="18528" name="sit2">
            <a:extLst>
              <a:ext uri="{FF2B5EF4-FFF2-40B4-BE49-F238E27FC236}">
                <a16:creationId xmlns:a16="http://schemas.microsoft.com/office/drawing/2014/main" id="{93A85F2A-FAE6-C44D-6F98-D2083B57D568}"/>
              </a:ext>
            </a:extLst>
          </p:cNvPr>
          <p:cNvSpPr/>
          <p:nvPr/>
        </p:nvSpPr>
        <p:spPr>
          <a:xfrm>
            <a:off x="4462272" y="3931920"/>
            <a:ext cx="347472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And how much of the Fabrikam loan MUFG can keep – €200m, €250m or €300m – within its risk appetite.</a:t>
            </a:r>
          </a:p>
          <a:p>
            <a:pPr algn="l">
              <a:buNone/>
            </a:pPr>
            <a:r>
              <a:rPr lang="en-US" sz="100">
                <a:effectLst/>
              </a:rPr>
              <a:t> </a:t>
            </a:r>
            <a:endParaRPr lang="en-US"/>
          </a:p>
        </p:txBody>
      </p:sp>
      <p:sp>
        <p:nvSpPr>
          <p:cNvPr id="18573" name="prEyebrow">
            <a:extLst>
              <a:ext uri="{FF2B5EF4-FFF2-40B4-BE49-F238E27FC236}">
                <a16:creationId xmlns:a16="http://schemas.microsoft.com/office/drawing/2014/main" id="{8E65C22D-17F0-CCDD-35E8-51DDAD29C93E}"/>
              </a:ext>
            </a:extLst>
          </p:cNvPr>
          <p:cNvSpPr/>
          <p:nvPr/>
        </p:nvSpPr>
        <p:spPr>
          <a:xfrm>
            <a:off x="8055864" y="1600200"/>
            <a:ext cx="3633216"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WHAT YOU'LL PRACTISE</a:t>
            </a:r>
          </a:p>
          <a:p>
            <a:pPr algn="l">
              <a:buNone/>
            </a:pPr>
            <a:r>
              <a:rPr lang="en-US" sz="100">
                <a:effectLst/>
              </a:rPr>
              <a:t> </a:t>
            </a:r>
            <a:endParaRPr lang="en-US"/>
          </a:p>
        </p:txBody>
      </p:sp>
      <p:sp>
        <p:nvSpPr>
          <p:cNvPr id="18619" name="prNum0">
            <a:extLst>
              <a:ext uri="{FF2B5EF4-FFF2-40B4-BE49-F238E27FC236}">
                <a16:creationId xmlns:a16="http://schemas.microsoft.com/office/drawing/2014/main" id="{B3BC09C0-E203-84A0-AD15-78451358E57F}"/>
              </a:ext>
            </a:extLst>
          </p:cNvPr>
          <p:cNvSpPr/>
          <p:nvPr/>
        </p:nvSpPr>
        <p:spPr>
          <a:xfrm>
            <a:off x="8055864" y="2057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1</a:t>
            </a:r>
          </a:p>
          <a:p>
            <a:pPr algn="l">
              <a:buNone/>
            </a:pPr>
            <a:r>
              <a:rPr lang="en-US" sz="100">
                <a:effectLst/>
              </a:rPr>
              <a:t> </a:t>
            </a:r>
            <a:endParaRPr lang="en-US"/>
          </a:p>
        </p:txBody>
      </p:sp>
      <p:sp>
        <p:nvSpPr>
          <p:cNvPr id="18666" name="pr0">
            <a:extLst>
              <a:ext uri="{FF2B5EF4-FFF2-40B4-BE49-F238E27FC236}">
                <a16:creationId xmlns:a16="http://schemas.microsoft.com/office/drawing/2014/main" id="{5266FA77-803C-8747-556B-014CF07E5834}"/>
              </a:ext>
            </a:extLst>
          </p:cNvPr>
          <p:cNvSpPr/>
          <p:nvPr/>
        </p:nvSpPr>
        <p:spPr>
          <a:xfrm>
            <a:off x="8421624" y="2057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Understand a new workbook</a:t>
            </a:r>
          </a:p>
          <a:p>
            <a:pPr algn="l">
              <a:buNone/>
            </a:pPr>
            <a:r>
              <a:rPr lang="en-US" sz="100">
                <a:effectLst/>
              </a:rPr>
              <a:t> </a:t>
            </a:r>
            <a:endParaRPr lang="en-US"/>
          </a:p>
        </p:txBody>
      </p:sp>
      <p:sp>
        <p:nvSpPr>
          <p:cNvPr id="18714" name="prNum1">
            <a:extLst>
              <a:ext uri="{FF2B5EF4-FFF2-40B4-BE49-F238E27FC236}">
                <a16:creationId xmlns:a16="http://schemas.microsoft.com/office/drawing/2014/main" id="{0D4F4505-373D-931C-2C45-4107B3072A5E}"/>
              </a:ext>
            </a:extLst>
          </p:cNvPr>
          <p:cNvSpPr/>
          <p:nvPr/>
        </p:nvSpPr>
        <p:spPr>
          <a:xfrm>
            <a:off x="8055864" y="25146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2</a:t>
            </a:r>
          </a:p>
          <a:p>
            <a:pPr algn="l">
              <a:buNone/>
            </a:pPr>
            <a:r>
              <a:rPr lang="en-US" sz="100">
                <a:effectLst/>
              </a:rPr>
              <a:t> </a:t>
            </a:r>
            <a:endParaRPr lang="en-US"/>
          </a:p>
        </p:txBody>
      </p:sp>
      <p:sp>
        <p:nvSpPr>
          <p:cNvPr id="18763" name="pr1">
            <a:extLst>
              <a:ext uri="{FF2B5EF4-FFF2-40B4-BE49-F238E27FC236}">
                <a16:creationId xmlns:a16="http://schemas.microsoft.com/office/drawing/2014/main" id="{23C10C4B-8332-B0F5-DDE3-C47C12BF7456}"/>
              </a:ext>
            </a:extLst>
          </p:cNvPr>
          <p:cNvSpPr/>
          <p:nvPr/>
        </p:nvSpPr>
        <p:spPr>
          <a:xfrm>
            <a:off x="8421624" y="25146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Check data quality first</a:t>
            </a:r>
          </a:p>
          <a:p>
            <a:pPr algn="l">
              <a:buNone/>
            </a:pPr>
            <a:r>
              <a:rPr lang="en-US" sz="100">
                <a:effectLst/>
              </a:rPr>
              <a:t> </a:t>
            </a:r>
            <a:endParaRPr lang="en-US"/>
          </a:p>
        </p:txBody>
      </p:sp>
      <p:sp>
        <p:nvSpPr>
          <p:cNvPr id="18813" name="prNum2">
            <a:extLst>
              <a:ext uri="{FF2B5EF4-FFF2-40B4-BE49-F238E27FC236}">
                <a16:creationId xmlns:a16="http://schemas.microsoft.com/office/drawing/2014/main" id="{7EF980DC-A7D4-4E51-E272-DE049CDD24A2}"/>
              </a:ext>
            </a:extLst>
          </p:cNvPr>
          <p:cNvSpPr/>
          <p:nvPr/>
        </p:nvSpPr>
        <p:spPr>
          <a:xfrm>
            <a:off x="8055864" y="29718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3</a:t>
            </a:r>
          </a:p>
          <a:p>
            <a:pPr algn="l">
              <a:buNone/>
            </a:pPr>
            <a:r>
              <a:rPr lang="en-US" sz="100">
                <a:effectLst/>
              </a:rPr>
              <a:t> </a:t>
            </a:r>
            <a:endParaRPr lang="en-US"/>
          </a:p>
        </p:txBody>
      </p:sp>
      <p:sp>
        <p:nvSpPr>
          <p:cNvPr id="18864" name="pr2">
            <a:extLst>
              <a:ext uri="{FF2B5EF4-FFF2-40B4-BE49-F238E27FC236}">
                <a16:creationId xmlns:a16="http://schemas.microsoft.com/office/drawing/2014/main" id="{34C83CBC-BB38-6B2A-92A1-60509002F36E}"/>
              </a:ext>
            </a:extLst>
          </p:cNvPr>
          <p:cNvSpPr/>
          <p:nvPr/>
        </p:nvSpPr>
        <p:spPr>
          <a:xfrm>
            <a:off x="8421624" y="29718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Add formula columns</a:t>
            </a:r>
          </a:p>
          <a:p>
            <a:pPr algn="l">
              <a:buNone/>
            </a:pPr>
            <a:r>
              <a:rPr lang="en-US" sz="100">
                <a:effectLst/>
              </a:rPr>
              <a:t> </a:t>
            </a:r>
            <a:endParaRPr lang="en-US"/>
          </a:p>
        </p:txBody>
      </p:sp>
      <p:sp>
        <p:nvSpPr>
          <p:cNvPr id="18916" name="prNum3">
            <a:extLst>
              <a:ext uri="{FF2B5EF4-FFF2-40B4-BE49-F238E27FC236}">
                <a16:creationId xmlns:a16="http://schemas.microsoft.com/office/drawing/2014/main" id="{6AF43E25-F656-9DCA-F72F-0BA10AFD3585}"/>
              </a:ext>
            </a:extLst>
          </p:cNvPr>
          <p:cNvSpPr/>
          <p:nvPr/>
        </p:nvSpPr>
        <p:spPr>
          <a:xfrm>
            <a:off x="8055864" y="34290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4</a:t>
            </a:r>
          </a:p>
          <a:p>
            <a:pPr algn="l">
              <a:buNone/>
            </a:pPr>
            <a:r>
              <a:rPr lang="en-US" sz="100">
                <a:effectLst/>
              </a:rPr>
              <a:t> </a:t>
            </a:r>
            <a:endParaRPr lang="en-US"/>
          </a:p>
        </p:txBody>
      </p:sp>
      <p:sp>
        <p:nvSpPr>
          <p:cNvPr id="18969" name="pr3">
            <a:extLst>
              <a:ext uri="{FF2B5EF4-FFF2-40B4-BE49-F238E27FC236}">
                <a16:creationId xmlns:a16="http://schemas.microsoft.com/office/drawing/2014/main" id="{4C55AF05-D16D-49A7-4976-4EFE23ADED7B}"/>
              </a:ext>
            </a:extLst>
          </p:cNvPr>
          <p:cNvSpPr/>
          <p:nvPr/>
        </p:nvSpPr>
        <p:spPr>
          <a:xfrm>
            <a:off x="8421624" y="34290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Summarise with PivotTables</a:t>
            </a:r>
          </a:p>
          <a:p>
            <a:pPr algn="l">
              <a:buNone/>
            </a:pPr>
            <a:r>
              <a:rPr lang="en-US" sz="100">
                <a:effectLst/>
              </a:rPr>
              <a:t> </a:t>
            </a:r>
            <a:endParaRPr lang="en-US"/>
          </a:p>
        </p:txBody>
      </p:sp>
      <p:sp>
        <p:nvSpPr>
          <p:cNvPr id="19023" name="prNum4">
            <a:extLst>
              <a:ext uri="{FF2B5EF4-FFF2-40B4-BE49-F238E27FC236}">
                <a16:creationId xmlns:a16="http://schemas.microsoft.com/office/drawing/2014/main" id="{D5050D94-5099-D84C-D042-390312F6A4A0}"/>
              </a:ext>
            </a:extLst>
          </p:cNvPr>
          <p:cNvSpPr/>
          <p:nvPr/>
        </p:nvSpPr>
        <p:spPr>
          <a:xfrm>
            <a:off x="8055864" y="38862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5</a:t>
            </a:r>
          </a:p>
          <a:p>
            <a:pPr algn="l">
              <a:buNone/>
            </a:pPr>
            <a:r>
              <a:rPr lang="en-US" sz="100">
                <a:effectLst/>
              </a:rPr>
              <a:t> </a:t>
            </a:r>
            <a:endParaRPr lang="en-US"/>
          </a:p>
        </p:txBody>
      </p:sp>
      <p:sp>
        <p:nvSpPr>
          <p:cNvPr id="19078" name="pr4">
            <a:extLst>
              <a:ext uri="{FF2B5EF4-FFF2-40B4-BE49-F238E27FC236}">
                <a16:creationId xmlns:a16="http://schemas.microsoft.com/office/drawing/2014/main" id="{BC079E39-892C-86C2-7154-DDEB4987C430}"/>
              </a:ext>
            </a:extLst>
          </p:cNvPr>
          <p:cNvSpPr/>
          <p:nvPr/>
        </p:nvSpPr>
        <p:spPr>
          <a:xfrm>
            <a:off x="8421624" y="38862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Spot trends and forecast</a:t>
            </a:r>
          </a:p>
          <a:p>
            <a:pPr algn="l">
              <a:buNone/>
            </a:pPr>
            <a:r>
              <a:rPr lang="en-US" sz="100">
                <a:effectLst/>
              </a:rPr>
              <a:t> </a:t>
            </a:r>
            <a:endParaRPr lang="en-US"/>
          </a:p>
        </p:txBody>
      </p:sp>
      <p:sp>
        <p:nvSpPr>
          <p:cNvPr id="19134" name="prNum5">
            <a:extLst>
              <a:ext uri="{FF2B5EF4-FFF2-40B4-BE49-F238E27FC236}">
                <a16:creationId xmlns:a16="http://schemas.microsoft.com/office/drawing/2014/main" id="{E832D151-4ECB-77E4-1FCF-4D6FA4B663BF}"/>
              </a:ext>
            </a:extLst>
          </p:cNvPr>
          <p:cNvSpPr/>
          <p:nvPr/>
        </p:nvSpPr>
        <p:spPr>
          <a:xfrm>
            <a:off x="8055864" y="4343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6</a:t>
            </a:r>
          </a:p>
          <a:p>
            <a:pPr algn="l">
              <a:buNone/>
            </a:pPr>
            <a:r>
              <a:rPr lang="en-US" sz="100">
                <a:effectLst/>
              </a:rPr>
              <a:t> </a:t>
            </a:r>
            <a:endParaRPr lang="en-US"/>
          </a:p>
        </p:txBody>
      </p:sp>
      <p:sp>
        <p:nvSpPr>
          <p:cNvPr id="19191" name="pr5">
            <a:extLst>
              <a:ext uri="{FF2B5EF4-FFF2-40B4-BE49-F238E27FC236}">
                <a16:creationId xmlns:a16="http://schemas.microsoft.com/office/drawing/2014/main" id="{30AC75FA-546D-6CD8-B783-EF63FB844674}"/>
              </a:ext>
            </a:extLst>
          </p:cNvPr>
          <p:cNvSpPr/>
          <p:nvPr/>
        </p:nvSpPr>
        <p:spPr>
          <a:xfrm>
            <a:off x="8421624" y="4343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Compare hold scenarios</a:t>
            </a:r>
          </a:p>
          <a:p>
            <a:pPr algn="l">
              <a:buNone/>
            </a:pPr>
            <a:r>
              <a:rPr lang="en-US" sz="100">
                <a:effectLst/>
              </a:rPr>
              <a:t> </a:t>
            </a:r>
            <a:endParaRPr lang="en-US"/>
          </a:p>
        </p:txBody>
      </p:sp>
      <p:sp>
        <p:nvSpPr>
          <p:cNvPr id="19249" name="prNum6">
            <a:extLst>
              <a:ext uri="{FF2B5EF4-FFF2-40B4-BE49-F238E27FC236}">
                <a16:creationId xmlns:a16="http://schemas.microsoft.com/office/drawing/2014/main" id="{0BAE9015-A385-0DE9-5C10-6E1A8BB31536}"/>
              </a:ext>
            </a:extLst>
          </p:cNvPr>
          <p:cNvSpPr/>
          <p:nvPr/>
        </p:nvSpPr>
        <p:spPr>
          <a:xfrm>
            <a:off x="8055864" y="4800600"/>
            <a:ext cx="4572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7</a:t>
            </a:r>
          </a:p>
          <a:p>
            <a:pPr algn="l">
              <a:buNone/>
            </a:pPr>
            <a:r>
              <a:rPr lang="en-US" sz="100">
                <a:effectLst/>
              </a:rPr>
              <a:t> </a:t>
            </a:r>
            <a:endParaRPr lang="en-US"/>
          </a:p>
        </p:txBody>
      </p:sp>
      <p:sp>
        <p:nvSpPr>
          <p:cNvPr id="19308" name="pr6">
            <a:extLst>
              <a:ext uri="{FF2B5EF4-FFF2-40B4-BE49-F238E27FC236}">
                <a16:creationId xmlns:a16="http://schemas.microsoft.com/office/drawing/2014/main" id="{8BDEBDF6-8515-1AC6-DDD5-EB3F2AFBFF60}"/>
              </a:ext>
            </a:extLst>
          </p:cNvPr>
          <p:cNvSpPr/>
          <p:nvPr/>
        </p:nvSpPr>
        <p:spPr>
          <a:xfrm>
            <a:off x="8421624" y="4800600"/>
            <a:ext cx="326745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Use the Analyst agent</a:t>
            </a:r>
          </a:p>
          <a:p>
            <a:pPr algn="l">
              <a:buNone/>
            </a:pPr>
            <a:r>
              <a:rPr lang="en-US" sz="100">
                <a:effectLst/>
              </a:rPr>
              <a:t> </a:t>
            </a:r>
            <a:endParaRPr lang="en-US"/>
          </a:p>
        </p:txBody>
      </p:sp>
      <p:sp>
        <p:nvSpPr>
          <p:cNvPr id="19368" name="strip0">
            <a:extLst>
              <a:ext uri="{FF2B5EF4-FFF2-40B4-BE49-F238E27FC236}">
                <a16:creationId xmlns:a16="http://schemas.microsoft.com/office/drawing/2014/main" id="{15ECE6E4-C1B2-E814-BD7E-14FE43DEC4A1}"/>
              </a:ext>
            </a:extLst>
          </p:cNvPr>
          <p:cNvSpPr/>
          <p:nvPr/>
        </p:nvSpPr>
        <p:spPr>
          <a:xfrm>
            <a:off x="59436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1 · Outlook</a:t>
            </a:r>
          </a:p>
          <a:p>
            <a:pPr algn="ctr">
              <a:buNone/>
            </a:pPr>
            <a:r>
              <a:rPr lang="en-US" sz="100">
                <a:effectLst/>
              </a:rPr>
              <a:t> </a:t>
            </a:r>
            <a:endParaRPr lang="en-US"/>
          </a:p>
        </p:txBody>
      </p:sp>
      <p:sp>
        <p:nvSpPr>
          <p:cNvPr id="19429" name="strip1">
            <a:extLst>
              <a:ext uri="{FF2B5EF4-FFF2-40B4-BE49-F238E27FC236}">
                <a16:creationId xmlns:a16="http://schemas.microsoft.com/office/drawing/2014/main" id="{12D632DD-F4A9-3A85-1257-88E8BB2CC170}"/>
              </a:ext>
            </a:extLst>
          </p:cNvPr>
          <p:cNvSpPr/>
          <p:nvPr/>
        </p:nvSpPr>
        <p:spPr>
          <a:xfrm>
            <a:off x="283464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2</a:t>
            </a:r>
          </a:p>
          <a:p>
            <a:pPr algn="ctr">
              <a:buNone/>
            </a:pPr>
            <a:r>
              <a:rPr lang="en-US" sz="100">
                <a:effectLst/>
              </a:rPr>
              <a:t> </a:t>
            </a:r>
            <a:endParaRPr lang="en-US"/>
          </a:p>
        </p:txBody>
      </p:sp>
      <p:sp>
        <p:nvSpPr>
          <p:cNvPr id="19491" name="strip2">
            <a:extLst>
              <a:ext uri="{FF2B5EF4-FFF2-40B4-BE49-F238E27FC236}">
                <a16:creationId xmlns:a16="http://schemas.microsoft.com/office/drawing/2014/main" id="{7C5A6283-A88D-3E82-6215-44BBFEA93C8E}"/>
              </a:ext>
            </a:extLst>
          </p:cNvPr>
          <p:cNvSpPr/>
          <p:nvPr/>
        </p:nvSpPr>
        <p:spPr>
          <a:xfrm>
            <a:off x="3878580" y="5532120"/>
            <a:ext cx="2194560" cy="384048"/>
          </a:xfrm>
          <a:prstGeom prst="rect">
            <a:avLst/>
          </a:prstGeom>
          <a:solidFill>
            <a:srgbClr val="EDF0F5"/>
          </a:solidFill>
          <a:ln w="285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4213D"/>
                </a:solidFill>
                <a:effectLst/>
                <a:latin typeface="Calibri" panose="020F0502020204030204" pitchFamily="34" charset="0"/>
              </a:rPr>
              <a:t>Week 3 · Excel</a:t>
            </a:r>
          </a:p>
          <a:p>
            <a:pPr algn="ctr">
              <a:buNone/>
            </a:pPr>
            <a:r>
              <a:rPr lang="en-US" sz="100">
                <a:effectLst/>
              </a:rPr>
              <a:t> </a:t>
            </a:r>
            <a:endParaRPr lang="en-US"/>
          </a:p>
        </p:txBody>
      </p:sp>
      <p:sp>
        <p:nvSpPr>
          <p:cNvPr id="19554" name="strip3">
            <a:extLst>
              <a:ext uri="{FF2B5EF4-FFF2-40B4-BE49-F238E27FC236}">
                <a16:creationId xmlns:a16="http://schemas.microsoft.com/office/drawing/2014/main" id="{6FE733A5-2EEB-700A-3EFD-DBE934C44AC0}"/>
              </a:ext>
            </a:extLst>
          </p:cNvPr>
          <p:cNvSpPr/>
          <p:nvPr/>
        </p:nvSpPr>
        <p:spPr>
          <a:xfrm>
            <a:off x="611886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4</a:t>
            </a:r>
          </a:p>
          <a:p>
            <a:pPr algn="ctr">
              <a:buNone/>
            </a:pPr>
            <a:r>
              <a:rPr lang="en-US" sz="100">
                <a:effectLst/>
              </a:rPr>
              <a:t> </a:t>
            </a:r>
            <a:endParaRPr lang="en-US"/>
          </a:p>
        </p:txBody>
      </p:sp>
      <p:sp>
        <p:nvSpPr>
          <p:cNvPr id="19618" name="strip4">
            <a:extLst>
              <a:ext uri="{FF2B5EF4-FFF2-40B4-BE49-F238E27FC236}">
                <a16:creationId xmlns:a16="http://schemas.microsoft.com/office/drawing/2014/main" id="{819643DB-E591-9261-58D8-1AFA2F1C95DF}"/>
              </a:ext>
            </a:extLst>
          </p:cNvPr>
          <p:cNvSpPr/>
          <p:nvPr/>
        </p:nvSpPr>
        <p:spPr>
          <a:xfrm>
            <a:off x="716280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5 · Word</a:t>
            </a:r>
          </a:p>
          <a:p>
            <a:pPr algn="ctr">
              <a:buNone/>
            </a:pPr>
            <a:r>
              <a:rPr lang="en-US" sz="100">
                <a:effectLst/>
              </a:rPr>
              <a:t> </a:t>
            </a:r>
            <a:endParaRPr lang="en-US"/>
          </a:p>
        </p:txBody>
      </p:sp>
      <p:sp>
        <p:nvSpPr>
          <p:cNvPr id="19683" name="strip5">
            <a:extLst>
              <a:ext uri="{FF2B5EF4-FFF2-40B4-BE49-F238E27FC236}">
                <a16:creationId xmlns:a16="http://schemas.microsoft.com/office/drawing/2014/main" id="{FE5EF648-6FEE-CC26-5B4D-BA98C8A52F7E}"/>
              </a:ext>
            </a:extLst>
          </p:cNvPr>
          <p:cNvSpPr/>
          <p:nvPr/>
        </p:nvSpPr>
        <p:spPr>
          <a:xfrm>
            <a:off x="940308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6 · PowerPoint</a:t>
            </a:r>
          </a:p>
          <a:p>
            <a:pPr algn="ctr">
              <a:buNone/>
            </a:pPr>
            <a:r>
              <a:rPr lang="en-US" sz="100">
                <a:effectLst/>
              </a:rPr>
              <a:t> </a:t>
            </a:r>
            <a:endParaRPr lang="en-US"/>
          </a:p>
        </p:txBody>
      </p:sp>
      <p:sp>
        <p:nvSpPr>
          <p:cNvPr id="19749" name="label5">
            <a:extLst>
              <a:ext uri="{FF2B5EF4-FFF2-40B4-BE49-F238E27FC236}">
                <a16:creationId xmlns:a16="http://schemas.microsoft.com/office/drawing/2014/main" id="{47DD3A9C-0286-BCDA-A438-CC3F2A213938}"/>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Tree>
    <p:extLst>
      <p:ext uri="{BB962C8B-B14F-4D97-AF65-F5344CB8AC3E}">
        <p14:creationId xmlns:p14="http://schemas.microsoft.com/office/powerpoint/2010/main" val="3982248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816" name="eyebrow6">
            <a:extLst>
              <a:ext uri="{FF2B5EF4-FFF2-40B4-BE49-F238E27FC236}">
                <a16:creationId xmlns:a16="http://schemas.microsoft.com/office/drawing/2014/main" id="{33F65105-532C-BF1C-91BC-4A70B813C596}"/>
              </a:ext>
            </a:extLst>
          </p:cNvPr>
          <p:cNvSpPr/>
          <p:nvPr/>
        </p:nvSpPr>
        <p:spPr>
          <a:xfrm>
            <a:off x="502920" y="45720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A6192E"/>
                </a:solidFill>
                <a:effectLst/>
                <a:latin typeface="Calibri" panose="020F0502020204030204" pitchFamily="34" charset="0"/>
              </a:rPr>
              <a:t>TODAY'S CHAPTER · WEEK 5</a:t>
            </a:r>
          </a:p>
          <a:p>
            <a:pPr algn="l">
              <a:buNone/>
            </a:pPr>
            <a:r>
              <a:rPr lang="en-US" sz="100">
                <a:effectLst/>
              </a:rPr>
              <a:t> </a:t>
            </a:r>
            <a:endParaRPr lang="en-US"/>
          </a:p>
        </p:txBody>
      </p:sp>
      <p:sp>
        <p:nvSpPr>
          <p:cNvPr id="19884" name="title6">
            <a:extLst>
              <a:ext uri="{FF2B5EF4-FFF2-40B4-BE49-F238E27FC236}">
                <a16:creationId xmlns:a16="http://schemas.microsoft.com/office/drawing/2014/main" id="{4949D199-067C-8322-E893-2EA0F3A3BB46}"/>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Word: The narrative</a:t>
            </a:r>
          </a:p>
          <a:p>
            <a:pPr algn="l">
              <a:buNone/>
            </a:pPr>
            <a:r>
              <a:rPr lang="en-US" sz="100">
                <a:effectLst/>
              </a:rPr>
              <a:t> </a:t>
            </a:r>
            <a:endParaRPr lang="en-US"/>
          </a:p>
        </p:txBody>
      </p:sp>
      <p:sp>
        <p:nvSpPr>
          <p:cNvPr id="19953" name="roleCard">
            <a:extLst>
              <a:ext uri="{FF2B5EF4-FFF2-40B4-BE49-F238E27FC236}">
                <a16:creationId xmlns:a16="http://schemas.microsoft.com/office/drawing/2014/main" id="{CFF1807B-228F-A50B-9A68-C59869859640}"/>
              </a:ext>
            </a:extLst>
          </p:cNvPr>
          <p:cNvSpPr/>
          <p:nvPr/>
        </p:nvSpPr>
        <p:spPr>
          <a:xfrm>
            <a:off x="594360" y="1600200"/>
            <a:ext cx="3657600" cy="3703320"/>
          </a:xfrm>
          <a:prstGeom prst="rect">
            <a:avLst/>
          </a:prstGeom>
          <a:solidFill>
            <a:srgbClr val="14213D"/>
          </a:solidFill>
          <a:ln w="12700">
            <a:solidFill>
              <a:srgbClr val="14213D">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023" name="roleEyebrow">
            <a:extLst>
              <a:ext uri="{FF2B5EF4-FFF2-40B4-BE49-F238E27FC236}">
                <a16:creationId xmlns:a16="http://schemas.microsoft.com/office/drawing/2014/main" id="{AEC2CB34-54A4-4D0F-B7F6-CE64AEB5F5DD}"/>
              </a:ext>
            </a:extLst>
          </p:cNvPr>
          <p:cNvSpPr/>
          <p:nvPr/>
        </p:nvSpPr>
        <p:spPr>
          <a:xfrm>
            <a:off x="777240" y="1874520"/>
            <a:ext cx="32918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YOUR ROLE TODAY</a:t>
            </a:r>
          </a:p>
          <a:p>
            <a:pPr algn="l">
              <a:buNone/>
            </a:pPr>
            <a:r>
              <a:rPr lang="en-US" sz="100">
                <a:effectLst/>
              </a:rPr>
              <a:t> </a:t>
            </a:r>
            <a:endParaRPr lang="en-US"/>
          </a:p>
        </p:txBody>
      </p:sp>
      <p:sp>
        <p:nvSpPr>
          <p:cNvPr id="20094" name="who">
            <a:extLst>
              <a:ext uri="{FF2B5EF4-FFF2-40B4-BE49-F238E27FC236}">
                <a16:creationId xmlns:a16="http://schemas.microsoft.com/office/drawing/2014/main" id="{BCDCB051-E387-2C0D-F697-363D28B10B21}"/>
              </a:ext>
            </a:extLst>
          </p:cNvPr>
          <p:cNvSpPr/>
          <p:nvPr/>
        </p:nvSpPr>
        <p:spPr>
          <a:xfrm>
            <a:off x="777240" y="2240280"/>
            <a:ext cx="3291840" cy="4495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FFFFFF"/>
                </a:solidFill>
                <a:effectLst/>
                <a:latin typeface="Georgia" panose="02040502050405020303" pitchFamily="18" charset="0"/>
              </a:rPr>
              <a:t>Thomas Brennan</a:t>
            </a:r>
          </a:p>
          <a:p>
            <a:pPr algn="l">
              <a:buNone/>
            </a:pPr>
            <a:r>
              <a:rPr lang="en-US" sz="100">
                <a:effectLst/>
              </a:rPr>
              <a:t> </a:t>
            </a:r>
            <a:endParaRPr lang="en-US"/>
          </a:p>
        </p:txBody>
      </p:sp>
      <p:sp>
        <p:nvSpPr>
          <p:cNvPr id="20166" name="roleText">
            <a:extLst>
              <a:ext uri="{FF2B5EF4-FFF2-40B4-BE49-F238E27FC236}">
                <a16:creationId xmlns:a16="http://schemas.microsoft.com/office/drawing/2014/main" id="{5A29478C-4478-262E-01BD-EC724F72F155}"/>
              </a:ext>
            </a:extLst>
          </p:cNvPr>
          <p:cNvSpPr/>
          <p:nvPr/>
        </p:nvSpPr>
        <p:spPr>
          <a:xfrm>
            <a:off x="777240" y="2735580"/>
            <a:ext cx="3291840" cy="9677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DCE3EE"/>
                </a:solidFill>
                <a:effectLst/>
                <a:latin typeface="Calibri" panose="020F0502020204030204" pitchFamily="34" charset="0"/>
              </a:rPr>
              <a:t>Relationship Manager – with Sander de Vries, Financial Analyst – preparing the Executive Committee pre-read</a:t>
            </a:r>
          </a:p>
          <a:p>
            <a:pPr algn="l">
              <a:buNone/>
            </a:pPr>
            <a:r>
              <a:rPr lang="en-US" sz="100">
                <a:effectLst/>
              </a:rPr>
              <a:t> </a:t>
            </a:r>
            <a:endParaRPr lang="en-US"/>
          </a:p>
        </p:txBody>
      </p:sp>
      <p:sp>
        <p:nvSpPr>
          <p:cNvPr id="20239" name="storyDate">
            <a:extLst>
              <a:ext uri="{FF2B5EF4-FFF2-40B4-BE49-F238E27FC236}">
                <a16:creationId xmlns:a16="http://schemas.microsoft.com/office/drawing/2014/main" id="{571ED913-BFB4-D0A9-33D9-6888D2AB1707}"/>
              </a:ext>
            </a:extLst>
          </p:cNvPr>
          <p:cNvSpPr/>
          <p:nvPr/>
        </p:nvSpPr>
        <p:spPr>
          <a:xfrm>
            <a:off x="777240" y="4434840"/>
            <a:ext cx="329184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B9C4D6"/>
                </a:solidFill>
                <a:effectLst/>
                <a:latin typeface="Calibri" panose="020F0502020204030204" pitchFamily="34" charset="0"/>
              </a:rPr>
              <a:t>STORY DATE</a:t>
            </a:r>
          </a:p>
          <a:p>
            <a:pPr algn="l">
              <a:buNone/>
            </a:pPr>
            <a:r>
              <a:rPr lang="en-US" sz="1600">
                <a:solidFill>
                  <a:srgbClr val="FFFFFF"/>
                </a:solidFill>
                <a:effectLst/>
                <a:latin typeface="Calibri" panose="020F0502020204030204" pitchFamily="34" charset="0"/>
              </a:rPr>
              <a:t>Monday 2 November 2026</a:t>
            </a:r>
            <a:endParaRPr lang="en-US"/>
          </a:p>
        </p:txBody>
      </p:sp>
      <p:sp>
        <p:nvSpPr>
          <p:cNvPr id="20313" name="sitEyebrow">
            <a:extLst>
              <a:ext uri="{FF2B5EF4-FFF2-40B4-BE49-F238E27FC236}">
                <a16:creationId xmlns:a16="http://schemas.microsoft.com/office/drawing/2014/main" id="{EE784BB7-1DDD-C1C6-8CA1-C789CBC67469}"/>
              </a:ext>
            </a:extLst>
          </p:cNvPr>
          <p:cNvSpPr/>
          <p:nvPr/>
        </p:nvSpPr>
        <p:spPr>
          <a:xfrm>
            <a:off x="4462272" y="1600200"/>
            <a:ext cx="347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THE SITUATION</a:t>
            </a:r>
          </a:p>
          <a:p>
            <a:pPr algn="l">
              <a:buNone/>
            </a:pPr>
            <a:r>
              <a:rPr lang="en-US" sz="100">
                <a:effectLst/>
              </a:rPr>
              <a:t> </a:t>
            </a:r>
            <a:endParaRPr lang="en-US"/>
          </a:p>
        </p:txBody>
      </p:sp>
      <p:sp>
        <p:nvSpPr>
          <p:cNvPr id="20388" name="sit0">
            <a:extLst>
              <a:ext uri="{FF2B5EF4-FFF2-40B4-BE49-F238E27FC236}">
                <a16:creationId xmlns:a16="http://schemas.microsoft.com/office/drawing/2014/main" id="{07336596-71F8-2CC6-493B-E6099119FE25}"/>
              </a:ext>
            </a:extLst>
          </p:cNvPr>
          <p:cNvSpPr/>
          <p:nvPr/>
        </p:nvSpPr>
        <p:spPr>
          <a:xfrm>
            <a:off x="4462272" y="2057400"/>
            <a:ext cx="347472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Fabrikam's indicative proposal and the ExCo pre-read are both due on Friday.</a:t>
            </a:r>
          </a:p>
          <a:p>
            <a:pPr algn="l">
              <a:buNone/>
            </a:pPr>
            <a:r>
              <a:rPr lang="en-US" sz="100">
                <a:effectLst/>
              </a:rPr>
              <a:t> </a:t>
            </a:r>
            <a:endParaRPr lang="en-US"/>
          </a:p>
        </p:txBody>
      </p:sp>
      <p:sp>
        <p:nvSpPr>
          <p:cNvPr id="20464" name="sit1">
            <a:extLst>
              <a:ext uri="{FF2B5EF4-FFF2-40B4-BE49-F238E27FC236}">
                <a16:creationId xmlns:a16="http://schemas.microsoft.com/office/drawing/2014/main" id="{0C1A361A-AD4E-D075-E7D7-D0CE47CB6535}"/>
              </a:ext>
            </a:extLst>
          </p:cNvPr>
          <p:cNvSpPr/>
          <p:nvPr/>
        </p:nvSpPr>
        <p:spPr>
          <a:xfrm>
            <a:off x="4462272" y="3223260"/>
            <a:ext cx="34747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Last week's review agreed to recommend a €250m final hold with conditions.</a:t>
            </a:r>
          </a:p>
          <a:p>
            <a:pPr algn="l">
              <a:buNone/>
            </a:pPr>
            <a:r>
              <a:rPr lang="en-US" sz="100">
                <a:effectLst/>
              </a:rPr>
              <a:t> </a:t>
            </a:r>
            <a:endParaRPr lang="en-US"/>
          </a:p>
        </p:txBody>
      </p:sp>
      <p:sp>
        <p:nvSpPr>
          <p:cNvPr id="20541" name="sit2">
            <a:extLst>
              <a:ext uri="{FF2B5EF4-FFF2-40B4-BE49-F238E27FC236}">
                <a16:creationId xmlns:a16="http://schemas.microsoft.com/office/drawing/2014/main" id="{2A6D5D3D-CD98-734A-8EEB-EB0A3A577C68}"/>
              </a:ext>
            </a:extLst>
          </p:cNvPr>
          <p:cNvSpPr/>
          <p:nvPr/>
        </p:nvSpPr>
        <p:spPr>
          <a:xfrm>
            <a:off x="4462272" y="4160520"/>
            <a:ext cx="347472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The draft is half-finished; inputs from four teams sit in separate documents.</a:t>
            </a:r>
          </a:p>
          <a:p>
            <a:pPr algn="l">
              <a:buNone/>
            </a:pPr>
            <a:r>
              <a:rPr lang="en-US" sz="100">
                <a:effectLst/>
              </a:rPr>
              <a:t> </a:t>
            </a:r>
            <a:endParaRPr lang="en-US"/>
          </a:p>
        </p:txBody>
      </p:sp>
      <p:sp>
        <p:nvSpPr>
          <p:cNvPr id="20619" name="prEyebrow">
            <a:extLst>
              <a:ext uri="{FF2B5EF4-FFF2-40B4-BE49-F238E27FC236}">
                <a16:creationId xmlns:a16="http://schemas.microsoft.com/office/drawing/2014/main" id="{E7502D78-AAD1-8D56-8A01-E4EA1761470C}"/>
              </a:ext>
            </a:extLst>
          </p:cNvPr>
          <p:cNvSpPr/>
          <p:nvPr/>
        </p:nvSpPr>
        <p:spPr>
          <a:xfrm>
            <a:off x="8055864" y="1600200"/>
            <a:ext cx="3633216"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WHAT YOU'LL PRACTISE</a:t>
            </a:r>
          </a:p>
          <a:p>
            <a:pPr algn="l">
              <a:buNone/>
            </a:pPr>
            <a:r>
              <a:rPr lang="en-US" sz="100">
                <a:effectLst/>
              </a:rPr>
              <a:t> </a:t>
            </a:r>
            <a:endParaRPr lang="en-US"/>
          </a:p>
        </p:txBody>
      </p:sp>
      <p:sp>
        <p:nvSpPr>
          <p:cNvPr id="20698" name="prNum0">
            <a:extLst>
              <a:ext uri="{FF2B5EF4-FFF2-40B4-BE49-F238E27FC236}">
                <a16:creationId xmlns:a16="http://schemas.microsoft.com/office/drawing/2014/main" id="{1122307D-B127-ACDA-614C-344733C1FA1C}"/>
              </a:ext>
            </a:extLst>
          </p:cNvPr>
          <p:cNvSpPr/>
          <p:nvPr/>
        </p:nvSpPr>
        <p:spPr>
          <a:xfrm>
            <a:off x="8055864" y="2057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1</a:t>
            </a:r>
          </a:p>
          <a:p>
            <a:pPr algn="l">
              <a:buNone/>
            </a:pPr>
            <a:r>
              <a:rPr lang="en-US" sz="100">
                <a:effectLst/>
              </a:rPr>
              <a:t> </a:t>
            </a:r>
            <a:endParaRPr lang="en-US"/>
          </a:p>
        </p:txBody>
      </p:sp>
      <p:sp>
        <p:nvSpPr>
          <p:cNvPr id="20778" name="pr0">
            <a:extLst>
              <a:ext uri="{FF2B5EF4-FFF2-40B4-BE49-F238E27FC236}">
                <a16:creationId xmlns:a16="http://schemas.microsoft.com/office/drawing/2014/main" id="{BD535275-C3C6-D37C-90B4-5DE17193DAF1}"/>
              </a:ext>
            </a:extLst>
          </p:cNvPr>
          <p:cNvSpPr/>
          <p:nvPr/>
        </p:nvSpPr>
        <p:spPr>
          <a:xfrm>
            <a:off x="8421624" y="2057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Understand a long draft</a:t>
            </a:r>
          </a:p>
          <a:p>
            <a:pPr algn="l">
              <a:buNone/>
            </a:pPr>
            <a:r>
              <a:rPr lang="en-US" sz="100">
                <a:effectLst/>
              </a:rPr>
              <a:t> </a:t>
            </a:r>
            <a:endParaRPr lang="en-US"/>
          </a:p>
        </p:txBody>
      </p:sp>
      <p:sp>
        <p:nvSpPr>
          <p:cNvPr id="20859" name="prNum1">
            <a:extLst>
              <a:ext uri="{FF2B5EF4-FFF2-40B4-BE49-F238E27FC236}">
                <a16:creationId xmlns:a16="http://schemas.microsoft.com/office/drawing/2014/main" id="{1974362E-2C48-CEB7-2998-4C7B8A7E9D2C}"/>
              </a:ext>
            </a:extLst>
          </p:cNvPr>
          <p:cNvSpPr/>
          <p:nvPr/>
        </p:nvSpPr>
        <p:spPr>
          <a:xfrm>
            <a:off x="8055864" y="25146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2</a:t>
            </a:r>
          </a:p>
          <a:p>
            <a:pPr algn="l">
              <a:buNone/>
            </a:pPr>
            <a:r>
              <a:rPr lang="en-US" sz="100">
                <a:effectLst/>
              </a:rPr>
              <a:t> </a:t>
            </a:r>
            <a:endParaRPr lang="en-US"/>
          </a:p>
        </p:txBody>
      </p:sp>
      <p:sp>
        <p:nvSpPr>
          <p:cNvPr id="20941" name="pr1">
            <a:extLst>
              <a:ext uri="{FF2B5EF4-FFF2-40B4-BE49-F238E27FC236}">
                <a16:creationId xmlns:a16="http://schemas.microsoft.com/office/drawing/2014/main" id="{D6B5E681-8D23-6590-1E4C-65538FB39035}"/>
              </a:ext>
            </a:extLst>
          </p:cNvPr>
          <p:cNvSpPr/>
          <p:nvPr/>
        </p:nvSpPr>
        <p:spPr>
          <a:xfrm>
            <a:off x="8421624" y="25146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Cross-check source files</a:t>
            </a:r>
          </a:p>
          <a:p>
            <a:pPr algn="l">
              <a:buNone/>
            </a:pPr>
            <a:r>
              <a:rPr lang="en-US" sz="100">
                <a:effectLst/>
              </a:rPr>
              <a:t> </a:t>
            </a:r>
            <a:endParaRPr lang="en-US"/>
          </a:p>
        </p:txBody>
      </p:sp>
      <p:sp>
        <p:nvSpPr>
          <p:cNvPr id="21024" name="prNum2">
            <a:extLst>
              <a:ext uri="{FF2B5EF4-FFF2-40B4-BE49-F238E27FC236}">
                <a16:creationId xmlns:a16="http://schemas.microsoft.com/office/drawing/2014/main" id="{CDF34319-07D2-0C77-30B0-55425EC0F663}"/>
              </a:ext>
            </a:extLst>
          </p:cNvPr>
          <p:cNvSpPr/>
          <p:nvPr/>
        </p:nvSpPr>
        <p:spPr>
          <a:xfrm>
            <a:off x="8055864" y="29718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3</a:t>
            </a:r>
          </a:p>
          <a:p>
            <a:pPr algn="l">
              <a:buNone/>
            </a:pPr>
            <a:r>
              <a:rPr lang="en-US" sz="100">
                <a:effectLst/>
              </a:rPr>
              <a:t> </a:t>
            </a:r>
            <a:endParaRPr lang="en-US"/>
          </a:p>
        </p:txBody>
      </p:sp>
      <p:sp>
        <p:nvSpPr>
          <p:cNvPr id="21108" name="pr2">
            <a:extLst>
              <a:ext uri="{FF2B5EF4-FFF2-40B4-BE49-F238E27FC236}">
                <a16:creationId xmlns:a16="http://schemas.microsoft.com/office/drawing/2014/main" id="{F17EF1D2-7013-22D3-7736-66CFDDC52528}"/>
              </a:ext>
            </a:extLst>
          </p:cNvPr>
          <p:cNvSpPr/>
          <p:nvPr/>
        </p:nvSpPr>
        <p:spPr>
          <a:xfrm>
            <a:off x="8421624" y="29718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Draft from several sources</a:t>
            </a:r>
          </a:p>
          <a:p>
            <a:pPr algn="l">
              <a:buNone/>
            </a:pPr>
            <a:r>
              <a:rPr lang="en-US" sz="100">
                <a:effectLst/>
              </a:rPr>
              <a:t> </a:t>
            </a:r>
            <a:endParaRPr lang="en-US"/>
          </a:p>
        </p:txBody>
      </p:sp>
      <p:sp>
        <p:nvSpPr>
          <p:cNvPr id="21193" name="prNum3">
            <a:extLst>
              <a:ext uri="{FF2B5EF4-FFF2-40B4-BE49-F238E27FC236}">
                <a16:creationId xmlns:a16="http://schemas.microsoft.com/office/drawing/2014/main" id="{71436277-0F03-51AD-1F75-3290A8F79226}"/>
              </a:ext>
            </a:extLst>
          </p:cNvPr>
          <p:cNvSpPr/>
          <p:nvPr/>
        </p:nvSpPr>
        <p:spPr>
          <a:xfrm>
            <a:off x="8055864" y="34290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4</a:t>
            </a:r>
          </a:p>
          <a:p>
            <a:pPr algn="l">
              <a:buNone/>
            </a:pPr>
            <a:r>
              <a:rPr lang="en-US" sz="100">
                <a:effectLst/>
              </a:rPr>
              <a:t> </a:t>
            </a:r>
            <a:endParaRPr lang="en-US"/>
          </a:p>
        </p:txBody>
      </p:sp>
      <p:sp>
        <p:nvSpPr>
          <p:cNvPr id="21279" name="pr3">
            <a:extLst>
              <a:ext uri="{FF2B5EF4-FFF2-40B4-BE49-F238E27FC236}">
                <a16:creationId xmlns:a16="http://schemas.microsoft.com/office/drawing/2014/main" id="{4F727AF8-B191-82C2-55BC-CCC27FB8917B}"/>
              </a:ext>
            </a:extLst>
          </p:cNvPr>
          <p:cNvSpPr/>
          <p:nvPr/>
        </p:nvSpPr>
        <p:spPr>
          <a:xfrm>
            <a:off x="8421624" y="34290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Write an executive summary</a:t>
            </a:r>
          </a:p>
          <a:p>
            <a:pPr algn="l">
              <a:buNone/>
            </a:pPr>
            <a:r>
              <a:rPr lang="en-US" sz="100">
                <a:effectLst/>
              </a:rPr>
              <a:t> </a:t>
            </a:r>
            <a:endParaRPr lang="en-US"/>
          </a:p>
        </p:txBody>
      </p:sp>
      <p:sp>
        <p:nvSpPr>
          <p:cNvPr id="21366" name="prNum4">
            <a:extLst>
              <a:ext uri="{FF2B5EF4-FFF2-40B4-BE49-F238E27FC236}">
                <a16:creationId xmlns:a16="http://schemas.microsoft.com/office/drawing/2014/main" id="{4C8EB509-B4DB-9353-FF0F-56F4F803C936}"/>
              </a:ext>
            </a:extLst>
          </p:cNvPr>
          <p:cNvSpPr/>
          <p:nvPr/>
        </p:nvSpPr>
        <p:spPr>
          <a:xfrm>
            <a:off x="8055864" y="38862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5</a:t>
            </a:r>
          </a:p>
          <a:p>
            <a:pPr algn="l">
              <a:buNone/>
            </a:pPr>
            <a:r>
              <a:rPr lang="en-US" sz="100">
                <a:effectLst/>
              </a:rPr>
              <a:t> </a:t>
            </a:r>
            <a:endParaRPr lang="en-US"/>
          </a:p>
        </p:txBody>
      </p:sp>
      <p:sp>
        <p:nvSpPr>
          <p:cNvPr id="21454" name="pr4">
            <a:extLst>
              <a:ext uri="{FF2B5EF4-FFF2-40B4-BE49-F238E27FC236}">
                <a16:creationId xmlns:a16="http://schemas.microsoft.com/office/drawing/2014/main" id="{B8FD14B2-3104-C651-57B0-F465BE247D5D}"/>
              </a:ext>
            </a:extLst>
          </p:cNvPr>
          <p:cNvSpPr/>
          <p:nvPr/>
        </p:nvSpPr>
        <p:spPr>
          <a:xfrm>
            <a:off x="8421624" y="38862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Rewrite for tone and length</a:t>
            </a:r>
          </a:p>
          <a:p>
            <a:pPr algn="l">
              <a:buNone/>
            </a:pPr>
            <a:r>
              <a:rPr lang="en-US" sz="100">
                <a:effectLst/>
              </a:rPr>
              <a:t> </a:t>
            </a:r>
            <a:endParaRPr lang="en-US"/>
          </a:p>
        </p:txBody>
      </p:sp>
      <p:sp>
        <p:nvSpPr>
          <p:cNvPr id="21543" name="prNum5">
            <a:extLst>
              <a:ext uri="{FF2B5EF4-FFF2-40B4-BE49-F238E27FC236}">
                <a16:creationId xmlns:a16="http://schemas.microsoft.com/office/drawing/2014/main" id="{31AEA0CB-1DEF-E2F9-2842-EA819C87AD1D}"/>
              </a:ext>
            </a:extLst>
          </p:cNvPr>
          <p:cNvSpPr/>
          <p:nvPr/>
        </p:nvSpPr>
        <p:spPr>
          <a:xfrm>
            <a:off x="8055864" y="4343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6</a:t>
            </a:r>
          </a:p>
          <a:p>
            <a:pPr algn="l">
              <a:buNone/>
            </a:pPr>
            <a:r>
              <a:rPr lang="en-US" sz="100">
                <a:effectLst/>
              </a:rPr>
              <a:t> </a:t>
            </a:r>
            <a:endParaRPr lang="en-US"/>
          </a:p>
        </p:txBody>
      </p:sp>
      <p:sp>
        <p:nvSpPr>
          <p:cNvPr id="21633" name="pr5">
            <a:extLst>
              <a:ext uri="{FF2B5EF4-FFF2-40B4-BE49-F238E27FC236}">
                <a16:creationId xmlns:a16="http://schemas.microsoft.com/office/drawing/2014/main" id="{2C4DA15A-441F-3686-54AB-2F11D95CB745}"/>
              </a:ext>
            </a:extLst>
          </p:cNvPr>
          <p:cNvSpPr/>
          <p:nvPr/>
        </p:nvSpPr>
        <p:spPr>
          <a:xfrm>
            <a:off x="8421624" y="4343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Get writing feedback</a:t>
            </a:r>
          </a:p>
          <a:p>
            <a:pPr algn="l">
              <a:buNone/>
            </a:pPr>
            <a:r>
              <a:rPr lang="en-US" sz="100">
                <a:effectLst/>
              </a:rPr>
              <a:t> </a:t>
            </a:r>
            <a:endParaRPr lang="en-US"/>
          </a:p>
        </p:txBody>
      </p:sp>
      <p:sp>
        <p:nvSpPr>
          <p:cNvPr id="21724" name="prNum6">
            <a:extLst>
              <a:ext uri="{FF2B5EF4-FFF2-40B4-BE49-F238E27FC236}">
                <a16:creationId xmlns:a16="http://schemas.microsoft.com/office/drawing/2014/main" id="{B307ED7F-2040-0D56-EABE-5C795F82A67B}"/>
              </a:ext>
            </a:extLst>
          </p:cNvPr>
          <p:cNvSpPr/>
          <p:nvPr/>
        </p:nvSpPr>
        <p:spPr>
          <a:xfrm>
            <a:off x="8055864" y="4800600"/>
            <a:ext cx="4572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7</a:t>
            </a:r>
          </a:p>
          <a:p>
            <a:pPr algn="l">
              <a:buNone/>
            </a:pPr>
            <a:r>
              <a:rPr lang="en-US" sz="100">
                <a:effectLst/>
              </a:rPr>
              <a:t> </a:t>
            </a:r>
            <a:endParaRPr lang="en-US"/>
          </a:p>
        </p:txBody>
      </p:sp>
      <p:sp>
        <p:nvSpPr>
          <p:cNvPr id="21816" name="pr6">
            <a:extLst>
              <a:ext uri="{FF2B5EF4-FFF2-40B4-BE49-F238E27FC236}">
                <a16:creationId xmlns:a16="http://schemas.microsoft.com/office/drawing/2014/main" id="{E5272C9D-FE1D-82E4-29A7-CB72B4B07F33}"/>
              </a:ext>
            </a:extLst>
          </p:cNvPr>
          <p:cNvSpPr/>
          <p:nvPr/>
        </p:nvSpPr>
        <p:spPr>
          <a:xfrm>
            <a:off x="8421624" y="4800600"/>
            <a:ext cx="326745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Tailor for Tokyo and client</a:t>
            </a:r>
          </a:p>
          <a:p>
            <a:pPr algn="l">
              <a:buNone/>
            </a:pPr>
            <a:r>
              <a:rPr lang="en-US" sz="100">
                <a:effectLst/>
              </a:rPr>
              <a:t> </a:t>
            </a:r>
            <a:endParaRPr lang="en-US"/>
          </a:p>
        </p:txBody>
      </p:sp>
      <p:sp>
        <p:nvSpPr>
          <p:cNvPr id="21909" name="strip0">
            <a:extLst>
              <a:ext uri="{FF2B5EF4-FFF2-40B4-BE49-F238E27FC236}">
                <a16:creationId xmlns:a16="http://schemas.microsoft.com/office/drawing/2014/main" id="{B89F2FBA-35DD-3A7B-1F42-8045F396E4C7}"/>
              </a:ext>
            </a:extLst>
          </p:cNvPr>
          <p:cNvSpPr/>
          <p:nvPr/>
        </p:nvSpPr>
        <p:spPr>
          <a:xfrm>
            <a:off x="59436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1 · Outlook</a:t>
            </a:r>
          </a:p>
          <a:p>
            <a:pPr algn="ctr">
              <a:buNone/>
            </a:pPr>
            <a:r>
              <a:rPr lang="en-US" sz="100">
                <a:effectLst/>
              </a:rPr>
              <a:t> </a:t>
            </a:r>
            <a:endParaRPr lang="en-US"/>
          </a:p>
        </p:txBody>
      </p:sp>
      <p:sp>
        <p:nvSpPr>
          <p:cNvPr id="22003" name="strip1">
            <a:extLst>
              <a:ext uri="{FF2B5EF4-FFF2-40B4-BE49-F238E27FC236}">
                <a16:creationId xmlns:a16="http://schemas.microsoft.com/office/drawing/2014/main" id="{EA9F4142-65F5-8053-B7FB-96F5B2430D1C}"/>
              </a:ext>
            </a:extLst>
          </p:cNvPr>
          <p:cNvSpPr/>
          <p:nvPr/>
        </p:nvSpPr>
        <p:spPr>
          <a:xfrm>
            <a:off x="283464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2</a:t>
            </a:r>
          </a:p>
          <a:p>
            <a:pPr algn="ctr">
              <a:buNone/>
            </a:pPr>
            <a:r>
              <a:rPr lang="en-US" sz="100">
                <a:effectLst/>
              </a:rPr>
              <a:t> </a:t>
            </a:r>
            <a:endParaRPr lang="en-US"/>
          </a:p>
        </p:txBody>
      </p:sp>
      <p:sp>
        <p:nvSpPr>
          <p:cNvPr id="22098" name="strip2">
            <a:extLst>
              <a:ext uri="{FF2B5EF4-FFF2-40B4-BE49-F238E27FC236}">
                <a16:creationId xmlns:a16="http://schemas.microsoft.com/office/drawing/2014/main" id="{6B779A02-A695-4346-D418-4DB28AA802E7}"/>
              </a:ext>
            </a:extLst>
          </p:cNvPr>
          <p:cNvSpPr/>
          <p:nvPr/>
        </p:nvSpPr>
        <p:spPr>
          <a:xfrm>
            <a:off x="387858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3 · Excel</a:t>
            </a:r>
          </a:p>
          <a:p>
            <a:pPr algn="ctr">
              <a:buNone/>
            </a:pPr>
            <a:r>
              <a:rPr lang="en-US" sz="100">
                <a:effectLst/>
              </a:rPr>
              <a:t> </a:t>
            </a:r>
            <a:endParaRPr lang="en-US"/>
          </a:p>
        </p:txBody>
      </p:sp>
      <p:sp>
        <p:nvSpPr>
          <p:cNvPr id="22194" name="strip3">
            <a:extLst>
              <a:ext uri="{FF2B5EF4-FFF2-40B4-BE49-F238E27FC236}">
                <a16:creationId xmlns:a16="http://schemas.microsoft.com/office/drawing/2014/main" id="{AFFFCB42-FEB4-A5BA-91C8-C68F67B03685}"/>
              </a:ext>
            </a:extLst>
          </p:cNvPr>
          <p:cNvSpPr/>
          <p:nvPr/>
        </p:nvSpPr>
        <p:spPr>
          <a:xfrm>
            <a:off x="611886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4</a:t>
            </a:r>
          </a:p>
          <a:p>
            <a:pPr algn="ctr">
              <a:buNone/>
            </a:pPr>
            <a:r>
              <a:rPr lang="en-US" sz="100">
                <a:effectLst/>
              </a:rPr>
              <a:t> </a:t>
            </a:r>
            <a:endParaRPr lang="en-US"/>
          </a:p>
        </p:txBody>
      </p:sp>
      <p:sp>
        <p:nvSpPr>
          <p:cNvPr id="22291" name="strip4">
            <a:extLst>
              <a:ext uri="{FF2B5EF4-FFF2-40B4-BE49-F238E27FC236}">
                <a16:creationId xmlns:a16="http://schemas.microsoft.com/office/drawing/2014/main" id="{E260CD27-DE0A-A796-8AB2-0B09C7A1D2CF}"/>
              </a:ext>
            </a:extLst>
          </p:cNvPr>
          <p:cNvSpPr/>
          <p:nvPr/>
        </p:nvSpPr>
        <p:spPr>
          <a:xfrm>
            <a:off x="7162800" y="5532120"/>
            <a:ext cx="2194560" cy="384048"/>
          </a:xfrm>
          <a:prstGeom prst="rect">
            <a:avLst/>
          </a:prstGeom>
          <a:solidFill>
            <a:srgbClr val="EDF0F5"/>
          </a:solidFill>
          <a:ln w="285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4213D"/>
                </a:solidFill>
                <a:effectLst/>
                <a:latin typeface="Calibri" panose="020F0502020204030204" pitchFamily="34" charset="0"/>
              </a:rPr>
              <a:t>Week 5 · Word</a:t>
            </a:r>
          </a:p>
          <a:p>
            <a:pPr algn="ctr">
              <a:buNone/>
            </a:pPr>
            <a:r>
              <a:rPr lang="en-US" sz="100">
                <a:effectLst/>
              </a:rPr>
              <a:t> </a:t>
            </a:r>
            <a:endParaRPr lang="en-US"/>
          </a:p>
        </p:txBody>
      </p:sp>
      <p:sp>
        <p:nvSpPr>
          <p:cNvPr id="22389" name="strip5">
            <a:extLst>
              <a:ext uri="{FF2B5EF4-FFF2-40B4-BE49-F238E27FC236}">
                <a16:creationId xmlns:a16="http://schemas.microsoft.com/office/drawing/2014/main" id="{460B0FE1-1C31-56AE-7E0B-8EB24137DE76}"/>
              </a:ext>
            </a:extLst>
          </p:cNvPr>
          <p:cNvSpPr/>
          <p:nvPr/>
        </p:nvSpPr>
        <p:spPr>
          <a:xfrm>
            <a:off x="940308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6 · PowerPoint</a:t>
            </a:r>
          </a:p>
          <a:p>
            <a:pPr algn="ctr">
              <a:buNone/>
            </a:pPr>
            <a:r>
              <a:rPr lang="en-US" sz="100">
                <a:effectLst/>
              </a:rPr>
              <a:t> </a:t>
            </a:r>
            <a:endParaRPr lang="en-US"/>
          </a:p>
        </p:txBody>
      </p:sp>
      <p:sp>
        <p:nvSpPr>
          <p:cNvPr id="22488" name="label6">
            <a:extLst>
              <a:ext uri="{FF2B5EF4-FFF2-40B4-BE49-F238E27FC236}">
                <a16:creationId xmlns:a16="http://schemas.microsoft.com/office/drawing/2014/main" id="{961A31BF-9394-244A-41C0-B033A7995731}"/>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Tree>
    <p:extLst>
      <p:ext uri="{BB962C8B-B14F-4D97-AF65-F5344CB8AC3E}">
        <p14:creationId xmlns:p14="http://schemas.microsoft.com/office/powerpoint/2010/main" val="2422962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88" name="eyebrow7">
            <a:extLst>
              <a:ext uri="{FF2B5EF4-FFF2-40B4-BE49-F238E27FC236}">
                <a16:creationId xmlns:a16="http://schemas.microsoft.com/office/drawing/2014/main" id="{7D1FB248-9382-6FF6-386E-F7466F9327EB}"/>
              </a:ext>
            </a:extLst>
          </p:cNvPr>
          <p:cNvSpPr/>
          <p:nvPr/>
        </p:nvSpPr>
        <p:spPr>
          <a:xfrm>
            <a:off x="502920" y="45720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A6192E"/>
                </a:solidFill>
                <a:effectLst/>
                <a:latin typeface="Calibri" panose="020F0502020204030204" pitchFamily="34" charset="0"/>
              </a:rPr>
              <a:t>TODAY'S CHAPTER · WEEK 6</a:t>
            </a:r>
          </a:p>
          <a:p>
            <a:pPr algn="l">
              <a:buNone/>
            </a:pPr>
            <a:r>
              <a:rPr lang="en-US" sz="100">
                <a:effectLst/>
              </a:rPr>
              <a:t> </a:t>
            </a:r>
            <a:endParaRPr lang="en-US"/>
          </a:p>
        </p:txBody>
      </p:sp>
      <p:sp>
        <p:nvSpPr>
          <p:cNvPr id="22689" name="title7">
            <a:extLst>
              <a:ext uri="{FF2B5EF4-FFF2-40B4-BE49-F238E27FC236}">
                <a16:creationId xmlns:a16="http://schemas.microsoft.com/office/drawing/2014/main" id="{4454819B-DB41-FDA2-FA5D-5A812DBDA02B}"/>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PowerPoint: The decision</a:t>
            </a:r>
          </a:p>
          <a:p>
            <a:pPr algn="l">
              <a:buNone/>
            </a:pPr>
            <a:r>
              <a:rPr lang="en-US" sz="100">
                <a:effectLst/>
              </a:rPr>
              <a:t> </a:t>
            </a:r>
            <a:endParaRPr lang="en-US"/>
          </a:p>
        </p:txBody>
      </p:sp>
      <p:sp>
        <p:nvSpPr>
          <p:cNvPr id="22791" name="roleCard">
            <a:extLst>
              <a:ext uri="{FF2B5EF4-FFF2-40B4-BE49-F238E27FC236}">
                <a16:creationId xmlns:a16="http://schemas.microsoft.com/office/drawing/2014/main" id="{B2A4C8C4-2F46-247C-9841-616F4D3E4BC3}"/>
              </a:ext>
            </a:extLst>
          </p:cNvPr>
          <p:cNvSpPr/>
          <p:nvPr/>
        </p:nvSpPr>
        <p:spPr>
          <a:xfrm>
            <a:off x="594360" y="1600200"/>
            <a:ext cx="3657600" cy="3703320"/>
          </a:xfrm>
          <a:prstGeom prst="rect">
            <a:avLst/>
          </a:prstGeom>
          <a:solidFill>
            <a:srgbClr val="14213D"/>
          </a:solidFill>
          <a:ln w="12700">
            <a:solidFill>
              <a:srgbClr val="14213D">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894" name="roleEyebrow">
            <a:extLst>
              <a:ext uri="{FF2B5EF4-FFF2-40B4-BE49-F238E27FC236}">
                <a16:creationId xmlns:a16="http://schemas.microsoft.com/office/drawing/2014/main" id="{4EF000A4-3A67-BA42-0293-3735A3293604}"/>
              </a:ext>
            </a:extLst>
          </p:cNvPr>
          <p:cNvSpPr/>
          <p:nvPr/>
        </p:nvSpPr>
        <p:spPr>
          <a:xfrm>
            <a:off x="777240" y="1874520"/>
            <a:ext cx="32918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YOUR ROLE TODAY</a:t>
            </a:r>
          </a:p>
          <a:p>
            <a:pPr algn="l">
              <a:buNone/>
            </a:pPr>
            <a:r>
              <a:rPr lang="en-US" sz="100">
                <a:effectLst/>
              </a:rPr>
              <a:t> </a:t>
            </a:r>
            <a:endParaRPr lang="en-US"/>
          </a:p>
        </p:txBody>
      </p:sp>
      <p:sp>
        <p:nvSpPr>
          <p:cNvPr id="22998" name="who">
            <a:extLst>
              <a:ext uri="{FF2B5EF4-FFF2-40B4-BE49-F238E27FC236}">
                <a16:creationId xmlns:a16="http://schemas.microsoft.com/office/drawing/2014/main" id="{FC1F2EC3-7197-2F48-7A52-2F7706919FEE}"/>
              </a:ext>
            </a:extLst>
          </p:cNvPr>
          <p:cNvSpPr/>
          <p:nvPr/>
        </p:nvSpPr>
        <p:spPr>
          <a:xfrm>
            <a:off x="777240" y="2240280"/>
            <a:ext cx="3291840" cy="7848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FFFFFF"/>
                </a:solidFill>
                <a:effectLst/>
                <a:latin typeface="Georgia" panose="02040502050405020303" pitchFamily="18" charset="0"/>
              </a:rPr>
              <a:t>Haruka Sato's team</a:t>
            </a:r>
          </a:p>
          <a:p>
            <a:pPr algn="l">
              <a:buNone/>
            </a:pPr>
            <a:r>
              <a:rPr lang="en-US" sz="100">
                <a:effectLst/>
              </a:rPr>
              <a:t> </a:t>
            </a:r>
            <a:endParaRPr lang="en-US"/>
          </a:p>
        </p:txBody>
      </p:sp>
      <p:sp>
        <p:nvSpPr>
          <p:cNvPr id="23103" name="roleText">
            <a:extLst>
              <a:ext uri="{FF2B5EF4-FFF2-40B4-BE49-F238E27FC236}">
                <a16:creationId xmlns:a16="http://schemas.microsoft.com/office/drawing/2014/main" id="{70EF508F-EF71-8712-E42B-AFA184B4F305}"/>
              </a:ext>
            </a:extLst>
          </p:cNvPr>
          <p:cNvSpPr/>
          <p:nvPr/>
        </p:nvSpPr>
        <p:spPr>
          <a:xfrm>
            <a:off x="777240" y="3070860"/>
            <a:ext cx="3291840" cy="7543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DCE3EE"/>
                </a:solidFill>
                <a:effectLst/>
                <a:latin typeface="Calibri" panose="020F0502020204030204" pitchFamily="34" charset="0"/>
              </a:rPr>
              <a:t>A member of Haruka's team, preparing her presentation to the EMEA Executive Committee</a:t>
            </a:r>
          </a:p>
          <a:p>
            <a:pPr algn="l">
              <a:buNone/>
            </a:pPr>
            <a:r>
              <a:rPr lang="en-US" sz="100">
                <a:effectLst/>
              </a:rPr>
              <a:t> </a:t>
            </a:r>
            <a:endParaRPr lang="en-US"/>
          </a:p>
        </p:txBody>
      </p:sp>
      <p:sp>
        <p:nvSpPr>
          <p:cNvPr id="23209" name="storyDate">
            <a:extLst>
              <a:ext uri="{FF2B5EF4-FFF2-40B4-BE49-F238E27FC236}">
                <a16:creationId xmlns:a16="http://schemas.microsoft.com/office/drawing/2014/main" id="{859E1824-F1D0-177C-9344-5B2730E9034E}"/>
              </a:ext>
            </a:extLst>
          </p:cNvPr>
          <p:cNvSpPr/>
          <p:nvPr/>
        </p:nvSpPr>
        <p:spPr>
          <a:xfrm>
            <a:off x="777240" y="4434840"/>
            <a:ext cx="329184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B9C4D6"/>
                </a:solidFill>
                <a:effectLst/>
                <a:latin typeface="Calibri" panose="020F0502020204030204" pitchFamily="34" charset="0"/>
              </a:rPr>
              <a:t>STORY DATE</a:t>
            </a:r>
          </a:p>
          <a:p>
            <a:pPr algn="l">
              <a:buNone/>
            </a:pPr>
            <a:r>
              <a:rPr lang="en-US" sz="1600">
                <a:solidFill>
                  <a:srgbClr val="FFFFFF"/>
                </a:solidFill>
                <a:effectLst/>
                <a:latin typeface="Calibri" panose="020F0502020204030204" pitchFamily="34" charset="0"/>
              </a:rPr>
              <a:t>Monday 9 November 2026</a:t>
            </a:r>
            <a:endParaRPr lang="en-US"/>
          </a:p>
        </p:txBody>
      </p:sp>
      <p:sp>
        <p:nvSpPr>
          <p:cNvPr id="23316" name="sitEyebrow">
            <a:extLst>
              <a:ext uri="{FF2B5EF4-FFF2-40B4-BE49-F238E27FC236}">
                <a16:creationId xmlns:a16="http://schemas.microsoft.com/office/drawing/2014/main" id="{0F7FB9B1-C592-F68F-878F-6960E6527DBD}"/>
              </a:ext>
            </a:extLst>
          </p:cNvPr>
          <p:cNvSpPr/>
          <p:nvPr/>
        </p:nvSpPr>
        <p:spPr>
          <a:xfrm>
            <a:off x="4462272" y="1600200"/>
            <a:ext cx="347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THE SITUATION</a:t>
            </a:r>
          </a:p>
          <a:p>
            <a:pPr algn="l">
              <a:buNone/>
            </a:pPr>
            <a:r>
              <a:rPr lang="en-US" sz="100">
                <a:effectLst/>
              </a:rPr>
              <a:t> </a:t>
            </a:r>
            <a:endParaRPr lang="en-US"/>
          </a:p>
        </p:txBody>
      </p:sp>
      <p:sp>
        <p:nvSpPr>
          <p:cNvPr id="23424" name="sit0">
            <a:extLst>
              <a:ext uri="{FF2B5EF4-FFF2-40B4-BE49-F238E27FC236}">
                <a16:creationId xmlns:a16="http://schemas.microsoft.com/office/drawing/2014/main" id="{83884623-5346-F5F6-D553-02EEE0F6CA70}"/>
              </a:ext>
            </a:extLst>
          </p:cNvPr>
          <p:cNvSpPr/>
          <p:nvPr/>
        </p:nvSpPr>
        <p:spPr>
          <a:xfrm>
            <a:off x="4462272" y="2057400"/>
            <a:ext cx="347472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The Executive Briefing was approved on Friday: a €250m final hold with three conditions.</a:t>
            </a:r>
          </a:p>
          <a:p>
            <a:pPr algn="l">
              <a:buNone/>
            </a:pPr>
            <a:r>
              <a:rPr lang="en-US" sz="100">
                <a:effectLst/>
              </a:rPr>
              <a:t> </a:t>
            </a:r>
            <a:endParaRPr lang="en-US"/>
          </a:p>
        </p:txBody>
      </p:sp>
      <p:sp>
        <p:nvSpPr>
          <p:cNvPr id="23533" name="sit1">
            <a:extLst>
              <a:ext uri="{FF2B5EF4-FFF2-40B4-BE49-F238E27FC236}">
                <a16:creationId xmlns:a16="http://schemas.microsoft.com/office/drawing/2014/main" id="{4630F995-A78F-A014-997C-143110E689E1}"/>
              </a:ext>
            </a:extLst>
          </p:cNvPr>
          <p:cNvSpPr/>
          <p:nvPr/>
        </p:nvSpPr>
        <p:spPr>
          <a:xfrm>
            <a:off x="4462272" y="3223260"/>
            <a:ext cx="347472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On Thursday 12 November, Haruka presents it to the Executive Committee in ten minutes.</a:t>
            </a:r>
          </a:p>
          <a:p>
            <a:pPr algn="l">
              <a:buNone/>
            </a:pPr>
            <a:r>
              <a:rPr lang="en-US" sz="100">
                <a:effectLst/>
              </a:rPr>
              <a:t> </a:t>
            </a:r>
            <a:endParaRPr lang="en-US"/>
          </a:p>
        </p:txBody>
      </p:sp>
      <p:sp>
        <p:nvSpPr>
          <p:cNvPr id="23643" name="sit2">
            <a:extLst>
              <a:ext uri="{FF2B5EF4-FFF2-40B4-BE49-F238E27FC236}">
                <a16:creationId xmlns:a16="http://schemas.microsoft.com/office/drawing/2014/main" id="{6AF546D9-0B01-F69A-4C53-8CDEBA5FCBA0}"/>
              </a:ext>
            </a:extLst>
          </p:cNvPr>
          <p:cNvSpPr/>
          <p:nvPr/>
        </p:nvSpPr>
        <p:spPr>
          <a:xfrm>
            <a:off x="4462272" y="4389120"/>
            <a:ext cx="3474720" cy="1028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She needs a clear, decision-oriented deck with speaker notes by tomorrow morning.</a:t>
            </a:r>
          </a:p>
          <a:p>
            <a:pPr algn="l">
              <a:buNone/>
            </a:pPr>
            <a:r>
              <a:rPr lang="en-US" sz="100">
                <a:effectLst/>
              </a:rPr>
              <a:t> </a:t>
            </a:r>
            <a:endParaRPr lang="en-US"/>
          </a:p>
        </p:txBody>
      </p:sp>
      <p:sp>
        <p:nvSpPr>
          <p:cNvPr id="23754" name="prEyebrow">
            <a:extLst>
              <a:ext uri="{FF2B5EF4-FFF2-40B4-BE49-F238E27FC236}">
                <a16:creationId xmlns:a16="http://schemas.microsoft.com/office/drawing/2014/main" id="{B6E73F9F-E75A-62C7-43B5-CAB73A97265F}"/>
              </a:ext>
            </a:extLst>
          </p:cNvPr>
          <p:cNvSpPr/>
          <p:nvPr/>
        </p:nvSpPr>
        <p:spPr>
          <a:xfrm>
            <a:off x="8055864" y="1600200"/>
            <a:ext cx="3633216"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WHAT YOU'LL PRACTISE</a:t>
            </a:r>
          </a:p>
          <a:p>
            <a:pPr algn="l">
              <a:buNone/>
            </a:pPr>
            <a:r>
              <a:rPr lang="en-US" sz="100">
                <a:effectLst/>
              </a:rPr>
              <a:t> </a:t>
            </a:r>
            <a:endParaRPr lang="en-US"/>
          </a:p>
        </p:txBody>
      </p:sp>
      <p:sp>
        <p:nvSpPr>
          <p:cNvPr id="23866" name="prNum0">
            <a:extLst>
              <a:ext uri="{FF2B5EF4-FFF2-40B4-BE49-F238E27FC236}">
                <a16:creationId xmlns:a16="http://schemas.microsoft.com/office/drawing/2014/main" id="{ED712475-A2BA-5E11-9AC5-1D58ACBFF386}"/>
              </a:ext>
            </a:extLst>
          </p:cNvPr>
          <p:cNvSpPr/>
          <p:nvPr/>
        </p:nvSpPr>
        <p:spPr>
          <a:xfrm>
            <a:off x="8055864" y="2057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1</a:t>
            </a:r>
          </a:p>
          <a:p>
            <a:pPr algn="l">
              <a:buNone/>
            </a:pPr>
            <a:r>
              <a:rPr lang="en-US" sz="100">
                <a:effectLst/>
              </a:rPr>
              <a:t> </a:t>
            </a:r>
            <a:endParaRPr lang="en-US"/>
          </a:p>
        </p:txBody>
      </p:sp>
      <p:sp>
        <p:nvSpPr>
          <p:cNvPr id="23979" name="pr0">
            <a:extLst>
              <a:ext uri="{FF2B5EF4-FFF2-40B4-BE49-F238E27FC236}">
                <a16:creationId xmlns:a16="http://schemas.microsoft.com/office/drawing/2014/main" id="{86D9D3A4-71DE-150D-C4DE-9E4C4FBC5EF1}"/>
              </a:ext>
            </a:extLst>
          </p:cNvPr>
          <p:cNvSpPr/>
          <p:nvPr/>
        </p:nvSpPr>
        <p:spPr>
          <a:xfrm>
            <a:off x="8421624" y="2057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Create a deck from a file</a:t>
            </a:r>
          </a:p>
          <a:p>
            <a:pPr algn="l">
              <a:buNone/>
            </a:pPr>
            <a:r>
              <a:rPr lang="en-US" sz="100">
                <a:effectLst/>
              </a:rPr>
              <a:t> </a:t>
            </a:r>
            <a:endParaRPr lang="en-US"/>
          </a:p>
        </p:txBody>
      </p:sp>
      <p:sp>
        <p:nvSpPr>
          <p:cNvPr id="24093" name="prNum1">
            <a:extLst>
              <a:ext uri="{FF2B5EF4-FFF2-40B4-BE49-F238E27FC236}">
                <a16:creationId xmlns:a16="http://schemas.microsoft.com/office/drawing/2014/main" id="{3CF0E6EA-80B7-E5D3-9A64-3EC7A36C55F7}"/>
              </a:ext>
            </a:extLst>
          </p:cNvPr>
          <p:cNvSpPr/>
          <p:nvPr/>
        </p:nvSpPr>
        <p:spPr>
          <a:xfrm>
            <a:off x="8055864" y="25146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2</a:t>
            </a:r>
          </a:p>
          <a:p>
            <a:pPr algn="l">
              <a:buNone/>
            </a:pPr>
            <a:r>
              <a:rPr lang="en-US" sz="100">
                <a:effectLst/>
              </a:rPr>
              <a:t> </a:t>
            </a:r>
            <a:endParaRPr lang="en-US"/>
          </a:p>
        </p:txBody>
      </p:sp>
      <p:sp>
        <p:nvSpPr>
          <p:cNvPr id="24208" name="pr1">
            <a:extLst>
              <a:ext uri="{FF2B5EF4-FFF2-40B4-BE49-F238E27FC236}">
                <a16:creationId xmlns:a16="http://schemas.microsoft.com/office/drawing/2014/main" id="{5DCC9250-263B-7FD3-CA78-DCBF20EFCA78}"/>
              </a:ext>
            </a:extLst>
          </p:cNvPr>
          <p:cNvSpPr/>
          <p:nvPr/>
        </p:nvSpPr>
        <p:spPr>
          <a:xfrm>
            <a:off x="8421624" y="25146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Check the storyline</a:t>
            </a:r>
          </a:p>
          <a:p>
            <a:pPr algn="l">
              <a:buNone/>
            </a:pPr>
            <a:r>
              <a:rPr lang="en-US" sz="100">
                <a:effectLst/>
              </a:rPr>
              <a:t> </a:t>
            </a:r>
            <a:endParaRPr lang="en-US"/>
          </a:p>
        </p:txBody>
      </p:sp>
      <p:sp>
        <p:nvSpPr>
          <p:cNvPr id="24324" name="prNum2">
            <a:extLst>
              <a:ext uri="{FF2B5EF4-FFF2-40B4-BE49-F238E27FC236}">
                <a16:creationId xmlns:a16="http://schemas.microsoft.com/office/drawing/2014/main" id="{348417A2-564D-1CEE-D271-8572970D49AF}"/>
              </a:ext>
            </a:extLst>
          </p:cNvPr>
          <p:cNvSpPr/>
          <p:nvPr/>
        </p:nvSpPr>
        <p:spPr>
          <a:xfrm>
            <a:off x="8055864" y="29718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3</a:t>
            </a:r>
          </a:p>
          <a:p>
            <a:pPr algn="l">
              <a:buNone/>
            </a:pPr>
            <a:r>
              <a:rPr lang="en-US" sz="100">
                <a:effectLst/>
              </a:rPr>
              <a:t> </a:t>
            </a:r>
            <a:endParaRPr lang="en-US"/>
          </a:p>
        </p:txBody>
      </p:sp>
      <p:sp>
        <p:nvSpPr>
          <p:cNvPr id="24441" name="pr2">
            <a:extLst>
              <a:ext uri="{FF2B5EF4-FFF2-40B4-BE49-F238E27FC236}">
                <a16:creationId xmlns:a16="http://schemas.microsoft.com/office/drawing/2014/main" id="{9EA74367-C5CB-7329-809D-7844C005AE51}"/>
              </a:ext>
            </a:extLst>
          </p:cNvPr>
          <p:cNvSpPr/>
          <p:nvPr/>
        </p:nvSpPr>
        <p:spPr>
          <a:xfrm>
            <a:off x="8421624" y="29718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Add and restructure slides</a:t>
            </a:r>
          </a:p>
          <a:p>
            <a:pPr algn="l">
              <a:buNone/>
            </a:pPr>
            <a:r>
              <a:rPr lang="en-US" sz="100">
                <a:effectLst/>
              </a:rPr>
              <a:t> </a:t>
            </a:r>
            <a:endParaRPr lang="en-US"/>
          </a:p>
        </p:txBody>
      </p:sp>
      <p:sp>
        <p:nvSpPr>
          <p:cNvPr id="24559" name="prNum3">
            <a:extLst>
              <a:ext uri="{FF2B5EF4-FFF2-40B4-BE49-F238E27FC236}">
                <a16:creationId xmlns:a16="http://schemas.microsoft.com/office/drawing/2014/main" id="{B80B9E7D-3651-551B-F7CE-1CA6CD21026A}"/>
              </a:ext>
            </a:extLst>
          </p:cNvPr>
          <p:cNvSpPr/>
          <p:nvPr/>
        </p:nvSpPr>
        <p:spPr>
          <a:xfrm>
            <a:off x="8055864" y="34290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4</a:t>
            </a:r>
          </a:p>
          <a:p>
            <a:pPr algn="l">
              <a:buNone/>
            </a:pPr>
            <a:r>
              <a:rPr lang="en-US" sz="100">
                <a:effectLst/>
              </a:rPr>
              <a:t> </a:t>
            </a:r>
            <a:endParaRPr lang="en-US"/>
          </a:p>
        </p:txBody>
      </p:sp>
      <p:sp>
        <p:nvSpPr>
          <p:cNvPr id="24678" name="pr3">
            <a:extLst>
              <a:ext uri="{FF2B5EF4-FFF2-40B4-BE49-F238E27FC236}">
                <a16:creationId xmlns:a16="http://schemas.microsoft.com/office/drawing/2014/main" id="{73C0E58E-D6E1-A42E-E19F-6E72743EBE3B}"/>
              </a:ext>
            </a:extLst>
          </p:cNvPr>
          <p:cNvSpPr/>
          <p:nvPr/>
        </p:nvSpPr>
        <p:spPr>
          <a:xfrm>
            <a:off x="8421624" y="34290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Sharpen titles and text</a:t>
            </a:r>
          </a:p>
          <a:p>
            <a:pPr algn="l">
              <a:buNone/>
            </a:pPr>
            <a:r>
              <a:rPr lang="en-US" sz="100">
                <a:effectLst/>
              </a:rPr>
              <a:t> </a:t>
            </a:r>
            <a:endParaRPr lang="en-US"/>
          </a:p>
        </p:txBody>
      </p:sp>
      <p:sp>
        <p:nvSpPr>
          <p:cNvPr id="24798" name="prNum4">
            <a:extLst>
              <a:ext uri="{FF2B5EF4-FFF2-40B4-BE49-F238E27FC236}">
                <a16:creationId xmlns:a16="http://schemas.microsoft.com/office/drawing/2014/main" id="{F88EBA04-F71B-C2DB-09AB-447A30FDC9D0}"/>
              </a:ext>
            </a:extLst>
          </p:cNvPr>
          <p:cNvSpPr/>
          <p:nvPr/>
        </p:nvSpPr>
        <p:spPr>
          <a:xfrm>
            <a:off x="8055864" y="38862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5</a:t>
            </a:r>
          </a:p>
          <a:p>
            <a:pPr algn="l">
              <a:buNone/>
            </a:pPr>
            <a:r>
              <a:rPr lang="en-US" sz="100">
                <a:effectLst/>
              </a:rPr>
              <a:t> </a:t>
            </a:r>
            <a:endParaRPr lang="en-US"/>
          </a:p>
        </p:txBody>
      </p:sp>
      <p:sp>
        <p:nvSpPr>
          <p:cNvPr id="24919" name="pr4">
            <a:extLst>
              <a:ext uri="{FF2B5EF4-FFF2-40B4-BE49-F238E27FC236}">
                <a16:creationId xmlns:a16="http://schemas.microsoft.com/office/drawing/2014/main" id="{A8812CF8-D1CB-B1EC-65C3-F1A8F9364273}"/>
              </a:ext>
            </a:extLst>
          </p:cNvPr>
          <p:cNvSpPr/>
          <p:nvPr/>
        </p:nvSpPr>
        <p:spPr>
          <a:xfrm>
            <a:off x="8421624" y="38862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Verify every number</a:t>
            </a:r>
          </a:p>
          <a:p>
            <a:pPr algn="l">
              <a:buNone/>
            </a:pPr>
            <a:r>
              <a:rPr lang="en-US" sz="100">
                <a:effectLst/>
              </a:rPr>
              <a:t> </a:t>
            </a:r>
            <a:endParaRPr lang="en-US"/>
          </a:p>
        </p:txBody>
      </p:sp>
      <p:sp>
        <p:nvSpPr>
          <p:cNvPr id="25041" name="prNum5">
            <a:extLst>
              <a:ext uri="{FF2B5EF4-FFF2-40B4-BE49-F238E27FC236}">
                <a16:creationId xmlns:a16="http://schemas.microsoft.com/office/drawing/2014/main" id="{6C2F1F0A-11A8-689A-ED76-10CE87DF0D98}"/>
              </a:ext>
            </a:extLst>
          </p:cNvPr>
          <p:cNvSpPr/>
          <p:nvPr/>
        </p:nvSpPr>
        <p:spPr>
          <a:xfrm>
            <a:off x="8055864" y="4343400"/>
            <a:ext cx="457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6</a:t>
            </a:r>
          </a:p>
          <a:p>
            <a:pPr algn="l">
              <a:buNone/>
            </a:pPr>
            <a:r>
              <a:rPr lang="en-US" sz="100">
                <a:effectLst/>
              </a:rPr>
              <a:t> </a:t>
            </a:r>
            <a:endParaRPr lang="en-US"/>
          </a:p>
        </p:txBody>
      </p:sp>
      <p:sp>
        <p:nvSpPr>
          <p:cNvPr id="25164" name="pr5">
            <a:extLst>
              <a:ext uri="{FF2B5EF4-FFF2-40B4-BE49-F238E27FC236}">
                <a16:creationId xmlns:a16="http://schemas.microsoft.com/office/drawing/2014/main" id="{4D4B1572-D118-DAD7-8DE0-9C7F89F465EB}"/>
              </a:ext>
            </a:extLst>
          </p:cNvPr>
          <p:cNvSpPr/>
          <p:nvPr/>
        </p:nvSpPr>
        <p:spPr>
          <a:xfrm>
            <a:off x="8421624" y="4343400"/>
            <a:ext cx="326745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Add speaker notes</a:t>
            </a:r>
          </a:p>
          <a:p>
            <a:pPr algn="l">
              <a:buNone/>
            </a:pPr>
            <a:r>
              <a:rPr lang="en-US" sz="100">
                <a:effectLst/>
              </a:rPr>
              <a:t> </a:t>
            </a:r>
            <a:endParaRPr lang="en-US"/>
          </a:p>
        </p:txBody>
      </p:sp>
      <p:sp>
        <p:nvSpPr>
          <p:cNvPr id="25288" name="prNum6">
            <a:extLst>
              <a:ext uri="{FF2B5EF4-FFF2-40B4-BE49-F238E27FC236}">
                <a16:creationId xmlns:a16="http://schemas.microsoft.com/office/drawing/2014/main" id="{CE6601B5-4426-7C80-FAD9-6F068A9DC24C}"/>
              </a:ext>
            </a:extLst>
          </p:cNvPr>
          <p:cNvSpPr/>
          <p:nvPr/>
        </p:nvSpPr>
        <p:spPr>
          <a:xfrm>
            <a:off x="8055864" y="4800600"/>
            <a:ext cx="4572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7</a:t>
            </a:r>
          </a:p>
          <a:p>
            <a:pPr algn="l">
              <a:buNone/>
            </a:pPr>
            <a:r>
              <a:rPr lang="en-US" sz="100">
                <a:effectLst/>
              </a:rPr>
              <a:t> </a:t>
            </a:r>
            <a:endParaRPr lang="en-US"/>
          </a:p>
        </p:txBody>
      </p:sp>
      <p:sp>
        <p:nvSpPr>
          <p:cNvPr id="25413" name="pr6">
            <a:extLst>
              <a:ext uri="{FF2B5EF4-FFF2-40B4-BE49-F238E27FC236}">
                <a16:creationId xmlns:a16="http://schemas.microsoft.com/office/drawing/2014/main" id="{FCE073E6-2499-2A0F-7B3C-918AE2438B3F}"/>
              </a:ext>
            </a:extLst>
          </p:cNvPr>
          <p:cNvSpPr/>
          <p:nvPr/>
        </p:nvSpPr>
        <p:spPr>
          <a:xfrm>
            <a:off x="8421624" y="4800600"/>
            <a:ext cx="3267456"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Prepare for questions</a:t>
            </a:r>
          </a:p>
          <a:p>
            <a:pPr algn="l">
              <a:buNone/>
            </a:pPr>
            <a:r>
              <a:rPr lang="en-US" sz="100">
                <a:effectLst/>
              </a:rPr>
              <a:t> </a:t>
            </a:r>
            <a:endParaRPr lang="en-US"/>
          </a:p>
        </p:txBody>
      </p:sp>
      <p:sp>
        <p:nvSpPr>
          <p:cNvPr id="25539" name="strip0">
            <a:extLst>
              <a:ext uri="{FF2B5EF4-FFF2-40B4-BE49-F238E27FC236}">
                <a16:creationId xmlns:a16="http://schemas.microsoft.com/office/drawing/2014/main" id="{3E1B3F4E-D8F8-FC27-F192-5D6BD8D0C09B}"/>
              </a:ext>
            </a:extLst>
          </p:cNvPr>
          <p:cNvSpPr/>
          <p:nvPr/>
        </p:nvSpPr>
        <p:spPr>
          <a:xfrm>
            <a:off x="59436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1 · Outlook</a:t>
            </a:r>
          </a:p>
          <a:p>
            <a:pPr algn="ctr">
              <a:buNone/>
            </a:pPr>
            <a:r>
              <a:rPr lang="en-US" sz="100">
                <a:effectLst/>
              </a:rPr>
              <a:t> </a:t>
            </a:r>
            <a:endParaRPr lang="en-US"/>
          </a:p>
        </p:txBody>
      </p:sp>
      <p:sp>
        <p:nvSpPr>
          <p:cNvPr id="25666" name="strip1">
            <a:extLst>
              <a:ext uri="{FF2B5EF4-FFF2-40B4-BE49-F238E27FC236}">
                <a16:creationId xmlns:a16="http://schemas.microsoft.com/office/drawing/2014/main" id="{94327AC2-CC62-7244-7D76-17029DFB0D3B}"/>
              </a:ext>
            </a:extLst>
          </p:cNvPr>
          <p:cNvSpPr/>
          <p:nvPr/>
        </p:nvSpPr>
        <p:spPr>
          <a:xfrm>
            <a:off x="283464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2</a:t>
            </a:r>
          </a:p>
          <a:p>
            <a:pPr algn="ctr">
              <a:buNone/>
            </a:pPr>
            <a:r>
              <a:rPr lang="en-US" sz="100">
                <a:effectLst/>
              </a:rPr>
              <a:t> </a:t>
            </a:r>
            <a:endParaRPr lang="en-US"/>
          </a:p>
        </p:txBody>
      </p:sp>
      <p:sp>
        <p:nvSpPr>
          <p:cNvPr id="25794" name="strip2">
            <a:extLst>
              <a:ext uri="{FF2B5EF4-FFF2-40B4-BE49-F238E27FC236}">
                <a16:creationId xmlns:a16="http://schemas.microsoft.com/office/drawing/2014/main" id="{F6CF0BB7-CB72-FBE1-7C62-45B4394B690D}"/>
              </a:ext>
            </a:extLst>
          </p:cNvPr>
          <p:cNvSpPr/>
          <p:nvPr/>
        </p:nvSpPr>
        <p:spPr>
          <a:xfrm>
            <a:off x="387858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3 · Excel</a:t>
            </a:r>
          </a:p>
          <a:p>
            <a:pPr algn="ctr">
              <a:buNone/>
            </a:pPr>
            <a:r>
              <a:rPr lang="en-US" sz="100">
                <a:effectLst/>
              </a:rPr>
              <a:t> </a:t>
            </a:r>
            <a:endParaRPr lang="en-US"/>
          </a:p>
        </p:txBody>
      </p:sp>
      <p:sp>
        <p:nvSpPr>
          <p:cNvPr id="25923" name="strip3">
            <a:extLst>
              <a:ext uri="{FF2B5EF4-FFF2-40B4-BE49-F238E27FC236}">
                <a16:creationId xmlns:a16="http://schemas.microsoft.com/office/drawing/2014/main" id="{1D7B6E48-A03D-3C95-C9DC-B91D05DFFE7D}"/>
              </a:ext>
            </a:extLst>
          </p:cNvPr>
          <p:cNvSpPr/>
          <p:nvPr/>
        </p:nvSpPr>
        <p:spPr>
          <a:xfrm>
            <a:off x="6118860" y="5532120"/>
            <a:ext cx="998220" cy="384048"/>
          </a:xfrm>
          <a:prstGeom prst="rect">
            <a:avLst/>
          </a:prstGeom>
          <a:solidFill>
            <a:srgbClr val="F5F6F8"/>
          </a:solidFill>
          <a:ln w="12700">
            <a:solidFill>
              <a:srgbClr val="F5F6F8">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4</a:t>
            </a:r>
          </a:p>
          <a:p>
            <a:pPr algn="ctr">
              <a:buNone/>
            </a:pPr>
            <a:r>
              <a:rPr lang="en-US" sz="100">
                <a:effectLst/>
              </a:rPr>
              <a:t> </a:t>
            </a:r>
            <a:endParaRPr lang="en-US"/>
          </a:p>
        </p:txBody>
      </p:sp>
      <p:sp>
        <p:nvSpPr>
          <p:cNvPr id="26053" name="strip4">
            <a:extLst>
              <a:ext uri="{FF2B5EF4-FFF2-40B4-BE49-F238E27FC236}">
                <a16:creationId xmlns:a16="http://schemas.microsoft.com/office/drawing/2014/main" id="{43615B82-4FAA-D3E0-F56E-8DAD6BFEA950}"/>
              </a:ext>
            </a:extLst>
          </p:cNvPr>
          <p:cNvSpPr/>
          <p:nvPr/>
        </p:nvSpPr>
        <p:spPr>
          <a:xfrm>
            <a:off x="7162800" y="5532120"/>
            <a:ext cx="2194560" cy="384048"/>
          </a:xfrm>
          <a:prstGeom prst="rect">
            <a:avLst/>
          </a:prstGeom>
          <a:solidFill>
            <a:srgbClr val="EDF0F5"/>
          </a:solidFill>
          <a:ln w="12700">
            <a:solidFill>
              <a:srgbClr val="EDF0F5">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4213D"/>
                </a:solidFill>
                <a:effectLst/>
                <a:latin typeface="Calibri" panose="020F0502020204030204" pitchFamily="34" charset="0"/>
              </a:rPr>
              <a:t>Week 5 · Word</a:t>
            </a:r>
          </a:p>
          <a:p>
            <a:pPr algn="ctr">
              <a:buNone/>
            </a:pPr>
            <a:r>
              <a:rPr lang="en-US" sz="100">
                <a:effectLst/>
              </a:rPr>
              <a:t> </a:t>
            </a:r>
            <a:endParaRPr lang="en-US"/>
          </a:p>
        </p:txBody>
      </p:sp>
      <p:sp>
        <p:nvSpPr>
          <p:cNvPr id="26184" name="strip5">
            <a:extLst>
              <a:ext uri="{FF2B5EF4-FFF2-40B4-BE49-F238E27FC236}">
                <a16:creationId xmlns:a16="http://schemas.microsoft.com/office/drawing/2014/main" id="{E12E1F27-FB49-75B0-349C-05FD2D3C56BE}"/>
              </a:ext>
            </a:extLst>
          </p:cNvPr>
          <p:cNvSpPr/>
          <p:nvPr/>
        </p:nvSpPr>
        <p:spPr>
          <a:xfrm>
            <a:off x="9403080" y="5532120"/>
            <a:ext cx="2194560" cy="384048"/>
          </a:xfrm>
          <a:prstGeom prst="rect">
            <a:avLst/>
          </a:prstGeom>
          <a:solidFill>
            <a:srgbClr val="EDF0F5"/>
          </a:solidFill>
          <a:ln w="285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4213D"/>
                </a:solidFill>
                <a:effectLst/>
                <a:latin typeface="Calibri" panose="020F0502020204030204" pitchFamily="34" charset="0"/>
              </a:rPr>
              <a:t>Week 6 · PowerPoint</a:t>
            </a:r>
          </a:p>
          <a:p>
            <a:pPr algn="ctr">
              <a:buNone/>
            </a:pPr>
            <a:r>
              <a:rPr lang="en-US" sz="100">
                <a:effectLst/>
              </a:rPr>
              <a:t> </a:t>
            </a:r>
            <a:endParaRPr lang="en-US"/>
          </a:p>
        </p:txBody>
      </p:sp>
      <p:sp>
        <p:nvSpPr>
          <p:cNvPr id="26316" name="label7">
            <a:extLst>
              <a:ext uri="{FF2B5EF4-FFF2-40B4-BE49-F238E27FC236}">
                <a16:creationId xmlns:a16="http://schemas.microsoft.com/office/drawing/2014/main" id="{80712790-65C7-2B89-CF24-3BA11B29B50C}"/>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Tree>
    <p:extLst>
      <p:ext uri="{BB962C8B-B14F-4D97-AF65-F5344CB8AC3E}">
        <p14:creationId xmlns:p14="http://schemas.microsoft.com/office/powerpoint/2010/main" val="2552208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449" name="title8">
            <a:extLst>
              <a:ext uri="{FF2B5EF4-FFF2-40B4-BE49-F238E27FC236}">
                <a16:creationId xmlns:a16="http://schemas.microsoft.com/office/drawing/2014/main" id="{B3B4DB5F-39A0-8074-90FE-71C345610C64}"/>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14213D"/>
                </a:solidFill>
                <a:effectLst/>
                <a:latin typeface="Georgia" panose="02040502050405020303" pitchFamily="18" charset="0"/>
              </a:rPr>
              <a:t>How we'll work today</a:t>
            </a:r>
          </a:p>
          <a:p>
            <a:pPr algn="l">
              <a:buNone/>
            </a:pPr>
            <a:r>
              <a:rPr lang="en-US" sz="100">
                <a:effectLst/>
              </a:rPr>
              <a:t> </a:t>
            </a:r>
            <a:endParaRPr lang="en-US"/>
          </a:p>
        </p:txBody>
      </p:sp>
      <p:sp>
        <p:nvSpPr>
          <p:cNvPr id="26583" name="barEyebrow">
            <a:extLst>
              <a:ext uri="{FF2B5EF4-FFF2-40B4-BE49-F238E27FC236}">
                <a16:creationId xmlns:a16="http://schemas.microsoft.com/office/drawing/2014/main" id="{81493C9C-D4A2-44D3-E919-CA9287DAE2E2}"/>
              </a:ext>
            </a:extLst>
          </p:cNvPr>
          <p:cNvSpPr/>
          <p:nvPr/>
        </p:nvSpPr>
        <p:spPr>
          <a:xfrm>
            <a:off x="502920" y="1600200"/>
            <a:ext cx="6035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TODAY'S 60 MINUTES</a:t>
            </a:r>
          </a:p>
          <a:p>
            <a:pPr algn="l">
              <a:buNone/>
            </a:pPr>
            <a:r>
              <a:rPr lang="en-US" sz="100">
                <a:effectLst/>
              </a:rPr>
              <a:t> </a:t>
            </a:r>
            <a:endParaRPr lang="en-US"/>
          </a:p>
        </p:txBody>
      </p:sp>
      <p:sp>
        <p:nvSpPr>
          <p:cNvPr id="26718" name="agLab0">
            <a:extLst>
              <a:ext uri="{FF2B5EF4-FFF2-40B4-BE49-F238E27FC236}">
                <a16:creationId xmlns:a16="http://schemas.microsoft.com/office/drawing/2014/main" id="{FD1D9CE1-BC9F-CC98-9028-FC4A359FBFF9}"/>
              </a:ext>
            </a:extLst>
          </p:cNvPr>
          <p:cNvSpPr/>
          <p:nvPr/>
        </p:nvSpPr>
        <p:spPr>
          <a:xfrm>
            <a:off x="502920" y="1965960"/>
            <a:ext cx="32004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Story so far</a:t>
            </a:r>
          </a:p>
          <a:p>
            <a:pPr algn="l">
              <a:buNone/>
            </a:pPr>
            <a:r>
              <a:rPr lang="en-US" sz="100">
                <a:effectLst/>
              </a:rPr>
              <a:t> </a:t>
            </a:r>
            <a:endParaRPr lang="en-US"/>
          </a:p>
        </p:txBody>
      </p:sp>
      <p:sp>
        <p:nvSpPr>
          <p:cNvPr id="26854" name="agBar0">
            <a:extLst>
              <a:ext uri="{FF2B5EF4-FFF2-40B4-BE49-F238E27FC236}">
                <a16:creationId xmlns:a16="http://schemas.microsoft.com/office/drawing/2014/main" id="{6D9D426B-5632-567F-A8A1-D833B0B5F358}"/>
              </a:ext>
            </a:extLst>
          </p:cNvPr>
          <p:cNvSpPr/>
          <p:nvPr/>
        </p:nvSpPr>
        <p:spPr>
          <a:xfrm>
            <a:off x="3749040" y="2043684"/>
            <a:ext cx="235000" cy="182880"/>
          </a:xfrm>
          <a:prstGeom prst="rect">
            <a:avLst/>
          </a:prstGeom>
          <a:solidFill>
            <a:srgbClr val="A6192E"/>
          </a:solidFill>
          <a:ln w="3175">
            <a:solidFill>
              <a:srgbClr val="A6192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29" name="agLab1">
            <a:extLst>
              <a:ext uri="{FF2B5EF4-FFF2-40B4-BE49-F238E27FC236}">
                <a16:creationId xmlns:a16="http://schemas.microsoft.com/office/drawing/2014/main" id="{D406AF67-F9C1-236B-67E5-870E9335DE91}"/>
              </a:ext>
            </a:extLst>
          </p:cNvPr>
          <p:cNvSpPr/>
          <p:nvPr/>
        </p:nvSpPr>
        <p:spPr>
          <a:xfrm>
            <a:off x="502920" y="2350008"/>
            <a:ext cx="32004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Three hands-on phases</a:t>
            </a:r>
          </a:p>
          <a:p>
            <a:pPr algn="l">
              <a:buNone/>
            </a:pPr>
            <a:r>
              <a:rPr lang="en-US" sz="100">
                <a:effectLst/>
              </a:rPr>
              <a:t> </a:t>
            </a:r>
            <a:endParaRPr lang="en-US"/>
          </a:p>
        </p:txBody>
      </p:sp>
      <p:sp>
        <p:nvSpPr>
          <p:cNvPr id="27268" name="agBar1">
            <a:extLst>
              <a:ext uri="{FF2B5EF4-FFF2-40B4-BE49-F238E27FC236}">
                <a16:creationId xmlns:a16="http://schemas.microsoft.com/office/drawing/2014/main" id="{6798EE2C-1D03-2882-8E46-89B0B184DAF0}"/>
              </a:ext>
            </a:extLst>
          </p:cNvPr>
          <p:cNvSpPr/>
          <p:nvPr/>
        </p:nvSpPr>
        <p:spPr>
          <a:xfrm>
            <a:off x="3749040" y="2427732"/>
            <a:ext cx="1880000" cy="182880"/>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08" name="agVal1">
            <a:extLst>
              <a:ext uri="{FF2B5EF4-FFF2-40B4-BE49-F238E27FC236}">
                <a16:creationId xmlns:a16="http://schemas.microsoft.com/office/drawing/2014/main" id="{E2A90C53-68B1-AE3A-6559-CA73A483FBCD}"/>
              </a:ext>
            </a:extLst>
          </p:cNvPr>
          <p:cNvSpPr/>
          <p:nvPr/>
        </p:nvSpPr>
        <p:spPr>
          <a:xfrm>
            <a:off x="5674760" y="2350008"/>
            <a:ext cx="100584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40 min</a:t>
            </a:r>
          </a:p>
          <a:p>
            <a:pPr algn="l">
              <a:buNone/>
            </a:pPr>
            <a:r>
              <a:rPr lang="en-US" sz="100">
                <a:effectLst/>
              </a:rPr>
              <a:t> </a:t>
            </a:r>
            <a:endParaRPr lang="en-US"/>
          </a:p>
        </p:txBody>
      </p:sp>
      <p:sp>
        <p:nvSpPr>
          <p:cNvPr id="27549" name="agLab2">
            <a:extLst>
              <a:ext uri="{FF2B5EF4-FFF2-40B4-BE49-F238E27FC236}">
                <a16:creationId xmlns:a16="http://schemas.microsoft.com/office/drawing/2014/main" id="{362030A6-0698-8E5F-3D8E-7D8B243E6246}"/>
              </a:ext>
            </a:extLst>
          </p:cNvPr>
          <p:cNvSpPr/>
          <p:nvPr/>
        </p:nvSpPr>
        <p:spPr>
          <a:xfrm>
            <a:off x="502920" y="2734056"/>
            <a:ext cx="320040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Five-minute challenge</a:t>
            </a:r>
          </a:p>
          <a:p>
            <a:pPr algn="l">
              <a:buNone/>
            </a:pPr>
            <a:r>
              <a:rPr lang="en-US" sz="100">
                <a:effectLst/>
              </a:rPr>
              <a:t> </a:t>
            </a:r>
            <a:endParaRPr lang="en-US"/>
          </a:p>
        </p:txBody>
      </p:sp>
      <p:sp>
        <p:nvSpPr>
          <p:cNvPr id="27691" name="agBar2">
            <a:extLst>
              <a:ext uri="{FF2B5EF4-FFF2-40B4-BE49-F238E27FC236}">
                <a16:creationId xmlns:a16="http://schemas.microsoft.com/office/drawing/2014/main" id="{4146905C-8F09-68CD-7F27-E8F316736310}"/>
              </a:ext>
            </a:extLst>
          </p:cNvPr>
          <p:cNvSpPr/>
          <p:nvPr/>
        </p:nvSpPr>
        <p:spPr>
          <a:xfrm>
            <a:off x="3749040" y="2811780"/>
            <a:ext cx="329000" cy="182880"/>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834" name="agVal2">
            <a:extLst>
              <a:ext uri="{FF2B5EF4-FFF2-40B4-BE49-F238E27FC236}">
                <a16:creationId xmlns:a16="http://schemas.microsoft.com/office/drawing/2014/main" id="{6BBDAFDF-480D-B2AC-3B73-FF5D337A99D8}"/>
              </a:ext>
            </a:extLst>
          </p:cNvPr>
          <p:cNvSpPr/>
          <p:nvPr/>
        </p:nvSpPr>
        <p:spPr>
          <a:xfrm>
            <a:off x="4123760" y="2734056"/>
            <a:ext cx="1005840"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7 min</a:t>
            </a:r>
          </a:p>
          <a:p>
            <a:pPr algn="l">
              <a:buNone/>
            </a:pPr>
            <a:r>
              <a:rPr lang="en-US" sz="100">
                <a:effectLst/>
              </a:rPr>
              <a:t> </a:t>
            </a:r>
            <a:endParaRPr lang="en-US"/>
          </a:p>
        </p:txBody>
      </p:sp>
      <p:sp>
        <p:nvSpPr>
          <p:cNvPr id="27978" name="agLab3">
            <a:extLst>
              <a:ext uri="{FF2B5EF4-FFF2-40B4-BE49-F238E27FC236}">
                <a16:creationId xmlns:a16="http://schemas.microsoft.com/office/drawing/2014/main" id="{A2160B8B-2E31-6837-6EBD-3B693989CF13}"/>
              </a:ext>
            </a:extLst>
          </p:cNvPr>
          <p:cNvSpPr/>
          <p:nvPr/>
        </p:nvSpPr>
        <p:spPr>
          <a:xfrm>
            <a:off x="502920" y="3118104"/>
            <a:ext cx="32004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2B2F36"/>
                </a:solidFill>
                <a:effectLst/>
                <a:latin typeface="Calibri" panose="020F0502020204030204" pitchFamily="34" charset="0"/>
              </a:rPr>
              <a:t>Coach prompt, recap and Q&amp;A</a:t>
            </a:r>
          </a:p>
          <a:p>
            <a:pPr algn="l">
              <a:buNone/>
            </a:pPr>
            <a:r>
              <a:rPr lang="en-US" sz="100">
                <a:effectLst/>
              </a:rPr>
              <a:t> </a:t>
            </a:r>
            <a:endParaRPr lang="en-US"/>
          </a:p>
        </p:txBody>
      </p:sp>
      <p:sp>
        <p:nvSpPr>
          <p:cNvPr id="28123" name="agBar3">
            <a:extLst>
              <a:ext uri="{FF2B5EF4-FFF2-40B4-BE49-F238E27FC236}">
                <a16:creationId xmlns:a16="http://schemas.microsoft.com/office/drawing/2014/main" id="{A7816511-9DE5-8F63-3ED4-07A56CC60479}"/>
              </a:ext>
            </a:extLst>
          </p:cNvPr>
          <p:cNvSpPr/>
          <p:nvPr/>
        </p:nvSpPr>
        <p:spPr>
          <a:xfrm>
            <a:off x="3749040" y="3195828"/>
            <a:ext cx="376000" cy="182880"/>
          </a:xfrm>
          <a:prstGeom prst="rect">
            <a:avLst/>
          </a:prstGeom>
          <a:solidFill>
            <a:srgbClr val="14213D"/>
          </a:solidFill>
          <a:ln w="3175">
            <a:solidFill>
              <a:srgbClr val="14213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69" name="agVal3">
            <a:extLst>
              <a:ext uri="{FF2B5EF4-FFF2-40B4-BE49-F238E27FC236}">
                <a16:creationId xmlns:a16="http://schemas.microsoft.com/office/drawing/2014/main" id="{3FB1004B-BF23-1DA3-A157-446FC80EA99E}"/>
              </a:ext>
            </a:extLst>
          </p:cNvPr>
          <p:cNvSpPr/>
          <p:nvPr/>
        </p:nvSpPr>
        <p:spPr>
          <a:xfrm>
            <a:off x="4170760" y="3118104"/>
            <a:ext cx="100584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8 min</a:t>
            </a:r>
          </a:p>
          <a:p>
            <a:pPr algn="l">
              <a:buNone/>
            </a:pPr>
            <a:r>
              <a:rPr lang="en-US" sz="100">
                <a:effectLst/>
              </a:rPr>
              <a:t> </a:t>
            </a:r>
            <a:endParaRPr lang="en-US"/>
          </a:p>
        </p:txBody>
      </p:sp>
      <p:sp>
        <p:nvSpPr>
          <p:cNvPr id="28416" name="habEyebrow">
            <a:extLst>
              <a:ext uri="{FF2B5EF4-FFF2-40B4-BE49-F238E27FC236}">
                <a16:creationId xmlns:a16="http://schemas.microsoft.com/office/drawing/2014/main" id="{FC2609FC-B44B-77C6-DD85-FFB0BA0BE4EC}"/>
              </a:ext>
            </a:extLst>
          </p:cNvPr>
          <p:cNvSpPr/>
          <p:nvPr/>
        </p:nvSpPr>
        <p:spPr>
          <a:xfrm>
            <a:off x="502920" y="3749040"/>
            <a:ext cx="6035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OUR FOUR HABITS</a:t>
            </a:r>
          </a:p>
          <a:p>
            <a:pPr algn="l">
              <a:buNone/>
            </a:pPr>
            <a:r>
              <a:rPr lang="en-US" sz="100">
                <a:effectLst/>
              </a:rPr>
              <a:t> </a:t>
            </a:r>
            <a:endParaRPr lang="en-US"/>
          </a:p>
        </p:txBody>
      </p:sp>
      <p:sp>
        <p:nvSpPr>
          <p:cNvPr id="28564" name="habNum0">
            <a:extLst>
              <a:ext uri="{FF2B5EF4-FFF2-40B4-BE49-F238E27FC236}">
                <a16:creationId xmlns:a16="http://schemas.microsoft.com/office/drawing/2014/main" id="{45EBC460-AD8C-36E0-BAAD-B11F6E37EA12}"/>
              </a:ext>
            </a:extLst>
          </p:cNvPr>
          <p:cNvSpPr/>
          <p:nvPr/>
        </p:nvSpPr>
        <p:spPr>
          <a:xfrm>
            <a:off x="502920" y="4160520"/>
            <a:ext cx="54864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1</a:t>
            </a:r>
          </a:p>
          <a:p>
            <a:pPr algn="l">
              <a:buNone/>
            </a:pPr>
            <a:r>
              <a:rPr lang="en-US" sz="100">
                <a:effectLst/>
              </a:rPr>
              <a:t> </a:t>
            </a:r>
            <a:endParaRPr lang="en-US"/>
          </a:p>
        </p:txBody>
      </p:sp>
      <p:sp>
        <p:nvSpPr>
          <p:cNvPr id="28713" name="hab0">
            <a:extLst>
              <a:ext uri="{FF2B5EF4-FFF2-40B4-BE49-F238E27FC236}">
                <a16:creationId xmlns:a16="http://schemas.microsoft.com/office/drawing/2014/main" id="{4928ABB1-5E95-EE29-D78D-F3B529546D36}"/>
              </a:ext>
            </a:extLst>
          </p:cNvPr>
          <p:cNvSpPr/>
          <p:nvPr/>
        </p:nvSpPr>
        <p:spPr>
          <a:xfrm>
            <a:off x="960120" y="4160520"/>
            <a:ext cx="566928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B2F36"/>
                </a:solidFill>
                <a:effectLst/>
                <a:latin typeface="Calibri" panose="020F0502020204030204" pitchFamily="34" charset="0"/>
              </a:rPr>
              <a:t>Start from the business question</a:t>
            </a:r>
          </a:p>
          <a:p>
            <a:pPr algn="l">
              <a:buNone/>
            </a:pPr>
            <a:r>
              <a:rPr lang="en-US" sz="100">
                <a:effectLst/>
              </a:rPr>
              <a:t> </a:t>
            </a:r>
            <a:endParaRPr lang="en-US"/>
          </a:p>
        </p:txBody>
      </p:sp>
      <p:sp>
        <p:nvSpPr>
          <p:cNvPr id="28863" name="habNum1">
            <a:extLst>
              <a:ext uri="{FF2B5EF4-FFF2-40B4-BE49-F238E27FC236}">
                <a16:creationId xmlns:a16="http://schemas.microsoft.com/office/drawing/2014/main" id="{62E9E6A2-1931-BDDB-1183-341B4D292A6D}"/>
              </a:ext>
            </a:extLst>
          </p:cNvPr>
          <p:cNvSpPr/>
          <p:nvPr/>
        </p:nvSpPr>
        <p:spPr>
          <a:xfrm>
            <a:off x="502920" y="4626864"/>
            <a:ext cx="54864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2</a:t>
            </a:r>
          </a:p>
          <a:p>
            <a:pPr algn="l">
              <a:buNone/>
            </a:pPr>
            <a:r>
              <a:rPr lang="en-US" sz="100">
                <a:effectLst/>
              </a:rPr>
              <a:t> </a:t>
            </a:r>
            <a:endParaRPr lang="en-US"/>
          </a:p>
        </p:txBody>
      </p:sp>
      <p:sp>
        <p:nvSpPr>
          <p:cNvPr id="29014" name="hab1">
            <a:extLst>
              <a:ext uri="{FF2B5EF4-FFF2-40B4-BE49-F238E27FC236}">
                <a16:creationId xmlns:a16="http://schemas.microsoft.com/office/drawing/2014/main" id="{E94C5691-25B9-9BB9-93FB-6981DEA7B825}"/>
              </a:ext>
            </a:extLst>
          </p:cNvPr>
          <p:cNvSpPr/>
          <p:nvPr/>
        </p:nvSpPr>
        <p:spPr>
          <a:xfrm>
            <a:off x="960120" y="4626864"/>
            <a:ext cx="566928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B2F36"/>
                </a:solidFill>
                <a:effectLst/>
                <a:latin typeface="Calibri" panose="020F0502020204030204" pitchFamily="34" charset="0"/>
              </a:rPr>
              <a:t>Give goal, context, sources and expectations</a:t>
            </a:r>
          </a:p>
          <a:p>
            <a:pPr algn="l">
              <a:buNone/>
            </a:pPr>
            <a:r>
              <a:rPr lang="en-US" sz="100">
                <a:effectLst/>
              </a:rPr>
              <a:t> </a:t>
            </a:r>
            <a:endParaRPr lang="en-US"/>
          </a:p>
        </p:txBody>
      </p:sp>
      <p:sp>
        <p:nvSpPr>
          <p:cNvPr id="29166" name="habNum2">
            <a:extLst>
              <a:ext uri="{FF2B5EF4-FFF2-40B4-BE49-F238E27FC236}">
                <a16:creationId xmlns:a16="http://schemas.microsoft.com/office/drawing/2014/main" id="{02C2B0A0-1BB2-9174-CB3F-163CBC610BF2}"/>
              </a:ext>
            </a:extLst>
          </p:cNvPr>
          <p:cNvSpPr/>
          <p:nvPr/>
        </p:nvSpPr>
        <p:spPr>
          <a:xfrm>
            <a:off x="502920" y="5093208"/>
            <a:ext cx="54864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3</a:t>
            </a:r>
          </a:p>
          <a:p>
            <a:pPr algn="l">
              <a:buNone/>
            </a:pPr>
            <a:r>
              <a:rPr lang="en-US" sz="100">
                <a:effectLst/>
              </a:rPr>
              <a:t> </a:t>
            </a:r>
            <a:endParaRPr lang="en-US"/>
          </a:p>
        </p:txBody>
      </p:sp>
      <p:sp>
        <p:nvSpPr>
          <p:cNvPr id="29319" name="hab2">
            <a:extLst>
              <a:ext uri="{FF2B5EF4-FFF2-40B4-BE49-F238E27FC236}">
                <a16:creationId xmlns:a16="http://schemas.microsoft.com/office/drawing/2014/main" id="{EC1D9E27-9DC3-E83E-205E-9C5CE9AB04E4}"/>
              </a:ext>
            </a:extLst>
          </p:cNvPr>
          <p:cNvSpPr/>
          <p:nvPr/>
        </p:nvSpPr>
        <p:spPr>
          <a:xfrm>
            <a:off x="960120" y="5093208"/>
            <a:ext cx="566928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B2F36"/>
                </a:solidFill>
                <a:effectLst/>
                <a:latin typeface="Calibri" panose="020F0502020204030204" pitchFamily="34" charset="0"/>
              </a:rPr>
              <a:t>Copilot drafts – you decide</a:t>
            </a:r>
          </a:p>
          <a:p>
            <a:pPr algn="l">
              <a:buNone/>
            </a:pPr>
            <a:r>
              <a:rPr lang="en-US" sz="100">
                <a:effectLst/>
              </a:rPr>
              <a:t> </a:t>
            </a:r>
            <a:endParaRPr lang="en-US"/>
          </a:p>
        </p:txBody>
      </p:sp>
      <p:sp>
        <p:nvSpPr>
          <p:cNvPr id="29473" name="habNum3">
            <a:extLst>
              <a:ext uri="{FF2B5EF4-FFF2-40B4-BE49-F238E27FC236}">
                <a16:creationId xmlns:a16="http://schemas.microsoft.com/office/drawing/2014/main" id="{D243772F-46F3-E56E-7D36-E22DD227B404}"/>
              </a:ext>
            </a:extLst>
          </p:cNvPr>
          <p:cNvSpPr/>
          <p:nvPr/>
        </p:nvSpPr>
        <p:spPr>
          <a:xfrm>
            <a:off x="502920" y="5559552"/>
            <a:ext cx="54864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4213D"/>
                </a:solidFill>
                <a:effectLst/>
                <a:latin typeface="Calibri" panose="020F0502020204030204" pitchFamily="34" charset="0"/>
              </a:rPr>
              <a:t>4</a:t>
            </a:r>
          </a:p>
          <a:p>
            <a:pPr algn="l">
              <a:buNone/>
            </a:pPr>
            <a:r>
              <a:rPr lang="en-US" sz="100">
                <a:effectLst/>
              </a:rPr>
              <a:t> </a:t>
            </a:r>
            <a:endParaRPr lang="en-US"/>
          </a:p>
        </p:txBody>
      </p:sp>
      <p:sp>
        <p:nvSpPr>
          <p:cNvPr id="29628" name="hab3">
            <a:extLst>
              <a:ext uri="{FF2B5EF4-FFF2-40B4-BE49-F238E27FC236}">
                <a16:creationId xmlns:a16="http://schemas.microsoft.com/office/drawing/2014/main" id="{541423B3-30CB-69DD-16CF-9DEB7278EF17}"/>
              </a:ext>
            </a:extLst>
          </p:cNvPr>
          <p:cNvSpPr/>
          <p:nvPr/>
        </p:nvSpPr>
        <p:spPr>
          <a:xfrm>
            <a:off x="960120" y="5559552"/>
            <a:ext cx="5669280" cy="3901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B2F36"/>
                </a:solidFill>
                <a:effectLst/>
                <a:latin typeface="Calibri" panose="020F0502020204030204" pitchFamily="34" charset="0"/>
              </a:rPr>
              <a:t>Verify every number against its source</a:t>
            </a:r>
          </a:p>
          <a:p>
            <a:pPr algn="l">
              <a:buNone/>
            </a:pPr>
            <a:r>
              <a:rPr lang="en-US" sz="100">
                <a:effectLst/>
              </a:rPr>
              <a:t> </a:t>
            </a:r>
            <a:endParaRPr lang="en-US"/>
          </a:p>
        </p:txBody>
      </p:sp>
      <p:sp>
        <p:nvSpPr>
          <p:cNvPr id="29784" name="anatomyCard">
            <a:extLst>
              <a:ext uri="{FF2B5EF4-FFF2-40B4-BE49-F238E27FC236}">
                <a16:creationId xmlns:a16="http://schemas.microsoft.com/office/drawing/2014/main" id="{F117B42E-8F28-3CCC-70A2-E87BB2D1DCA3}"/>
              </a:ext>
            </a:extLst>
          </p:cNvPr>
          <p:cNvSpPr/>
          <p:nvPr/>
        </p:nvSpPr>
        <p:spPr>
          <a:xfrm>
            <a:off x="6949440" y="1600200"/>
            <a:ext cx="4648200" cy="4434840"/>
          </a:xfrm>
          <a:prstGeom prst="rect">
            <a:avLst/>
          </a:prstGeom>
          <a:solidFill>
            <a:srgbClr val="EDF0F5"/>
          </a:solidFill>
          <a:ln w="12700">
            <a:solidFill>
              <a:srgbClr val="EDF0F5">
                <a:alpha val="0"/>
              </a:srgbClr>
            </a:solidFill>
          </a:ln>
          <a:effectLst>
            <a:outerShdw blurRad="101600" dist="25400" dir="5400000" algn="ctr" rotWithShape="0">
              <a:srgbClr val="2B2F36">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41" name="anaEyebrow">
            <a:extLst>
              <a:ext uri="{FF2B5EF4-FFF2-40B4-BE49-F238E27FC236}">
                <a16:creationId xmlns:a16="http://schemas.microsoft.com/office/drawing/2014/main" id="{83E27D59-5FAE-2E27-8AB2-3007497534C1}"/>
              </a:ext>
            </a:extLst>
          </p:cNvPr>
          <p:cNvSpPr/>
          <p:nvPr/>
        </p:nvSpPr>
        <p:spPr>
          <a:xfrm>
            <a:off x="7086600" y="1828800"/>
            <a:ext cx="43738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14213D"/>
                </a:solidFill>
                <a:effectLst/>
                <a:latin typeface="Calibri" panose="020F0502020204030204" pitchFamily="34" charset="0"/>
              </a:rPr>
              <a:t>ANATOMY OF A GOOD PROMPT</a:t>
            </a:r>
          </a:p>
          <a:p>
            <a:pPr algn="l">
              <a:buNone/>
            </a:pPr>
            <a:r>
              <a:rPr lang="en-US" sz="100">
                <a:effectLst/>
              </a:rPr>
              <a:t> </a:t>
            </a:r>
            <a:endParaRPr lang="en-US"/>
          </a:p>
        </p:txBody>
      </p:sp>
      <p:sp>
        <p:nvSpPr>
          <p:cNvPr id="30099" name="anaLab0">
            <a:extLst>
              <a:ext uri="{FF2B5EF4-FFF2-40B4-BE49-F238E27FC236}">
                <a16:creationId xmlns:a16="http://schemas.microsoft.com/office/drawing/2014/main" id="{BC8AD4AE-47BF-0519-2BEF-BE934034894D}"/>
              </a:ext>
            </a:extLst>
          </p:cNvPr>
          <p:cNvSpPr/>
          <p:nvPr/>
        </p:nvSpPr>
        <p:spPr>
          <a:xfrm>
            <a:off x="7086600" y="2286000"/>
            <a:ext cx="1691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Goal</a:t>
            </a:r>
          </a:p>
          <a:p>
            <a:pPr algn="l">
              <a:buNone/>
            </a:pPr>
            <a:r>
              <a:rPr lang="en-US" sz="100">
                <a:effectLst/>
              </a:rPr>
              <a:t> </a:t>
            </a:r>
            <a:endParaRPr lang="en-US"/>
          </a:p>
        </p:txBody>
      </p:sp>
      <p:sp>
        <p:nvSpPr>
          <p:cNvPr id="30258" name="anaEx0">
            <a:extLst>
              <a:ext uri="{FF2B5EF4-FFF2-40B4-BE49-F238E27FC236}">
                <a16:creationId xmlns:a16="http://schemas.microsoft.com/office/drawing/2014/main" id="{0BB21DB2-9655-556F-BE7F-68B366FC61AC}"/>
              </a:ext>
            </a:extLst>
          </p:cNvPr>
          <p:cNvSpPr/>
          <p:nvPr/>
        </p:nvSpPr>
        <p:spPr>
          <a:xfrm>
            <a:off x="8778240" y="2286000"/>
            <a:ext cx="268224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Summarise the Project Meridian emails</a:t>
            </a:r>
          </a:p>
          <a:p>
            <a:pPr algn="l">
              <a:buNone/>
            </a:pPr>
            <a:r>
              <a:rPr lang="en-US" sz="100">
                <a:effectLst/>
              </a:rPr>
              <a:t> </a:t>
            </a:r>
            <a:endParaRPr lang="en-US"/>
          </a:p>
        </p:txBody>
      </p:sp>
      <p:sp>
        <p:nvSpPr>
          <p:cNvPr id="30418" name="anaLab1">
            <a:extLst>
              <a:ext uri="{FF2B5EF4-FFF2-40B4-BE49-F238E27FC236}">
                <a16:creationId xmlns:a16="http://schemas.microsoft.com/office/drawing/2014/main" id="{FF5319D0-F486-5231-6B6F-73D561B71419}"/>
              </a:ext>
            </a:extLst>
          </p:cNvPr>
          <p:cNvSpPr/>
          <p:nvPr/>
        </p:nvSpPr>
        <p:spPr>
          <a:xfrm>
            <a:off x="7086600" y="3166110"/>
            <a:ext cx="1691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Context</a:t>
            </a:r>
          </a:p>
          <a:p>
            <a:pPr algn="l">
              <a:buNone/>
            </a:pPr>
            <a:r>
              <a:rPr lang="en-US" sz="100">
                <a:effectLst/>
              </a:rPr>
              <a:t> </a:t>
            </a:r>
            <a:endParaRPr lang="en-US"/>
          </a:p>
        </p:txBody>
      </p:sp>
      <p:sp>
        <p:nvSpPr>
          <p:cNvPr id="30579" name="anaEx1">
            <a:extLst>
              <a:ext uri="{FF2B5EF4-FFF2-40B4-BE49-F238E27FC236}">
                <a16:creationId xmlns:a16="http://schemas.microsoft.com/office/drawing/2014/main" id="{6D9AC7D0-DCB6-C56E-2006-93508188481F}"/>
              </a:ext>
            </a:extLst>
          </p:cNvPr>
          <p:cNvSpPr/>
          <p:nvPr/>
        </p:nvSpPr>
        <p:spPr>
          <a:xfrm>
            <a:off x="8778240" y="3166110"/>
            <a:ext cx="268224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For Thomas, back after two days away</a:t>
            </a:r>
          </a:p>
          <a:p>
            <a:pPr algn="l">
              <a:buNone/>
            </a:pPr>
            <a:r>
              <a:rPr lang="en-US" sz="100">
                <a:effectLst/>
              </a:rPr>
              <a:t> </a:t>
            </a:r>
            <a:endParaRPr lang="en-US"/>
          </a:p>
        </p:txBody>
      </p:sp>
      <p:sp>
        <p:nvSpPr>
          <p:cNvPr id="30741" name="anaLab2">
            <a:extLst>
              <a:ext uri="{FF2B5EF4-FFF2-40B4-BE49-F238E27FC236}">
                <a16:creationId xmlns:a16="http://schemas.microsoft.com/office/drawing/2014/main" id="{8B7EC0E5-36F5-6FAC-8042-7D622152D17D}"/>
              </a:ext>
            </a:extLst>
          </p:cNvPr>
          <p:cNvSpPr/>
          <p:nvPr/>
        </p:nvSpPr>
        <p:spPr>
          <a:xfrm>
            <a:off x="7086600" y="4046220"/>
            <a:ext cx="1691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Sources</a:t>
            </a:r>
          </a:p>
          <a:p>
            <a:pPr algn="l">
              <a:buNone/>
            </a:pPr>
            <a:r>
              <a:rPr lang="en-US" sz="100">
                <a:effectLst/>
              </a:rPr>
              <a:t> </a:t>
            </a:r>
            <a:endParaRPr lang="en-US"/>
          </a:p>
        </p:txBody>
      </p:sp>
      <p:sp>
        <p:nvSpPr>
          <p:cNvPr id="30904" name="anaEx2">
            <a:extLst>
              <a:ext uri="{FF2B5EF4-FFF2-40B4-BE49-F238E27FC236}">
                <a16:creationId xmlns:a16="http://schemas.microsoft.com/office/drawing/2014/main" id="{482EAA2D-87FE-E3B1-1E5C-7472F92DFA7B}"/>
              </a:ext>
            </a:extLst>
          </p:cNvPr>
          <p:cNvSpPr/>
          <p:nvPr/>
        </p:nvSpPr>
        <p:spPr>
          <a:xfrm>
            <a:off x="8778240" y="4046220"/>
            <a:ext cx="268224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Emails about Fabrikam from the last week</a:t>
            </a:r>
          </a:p>
          <a:p>
            <a:pPr algn="l">
              <a:buNone/>
            </a:pPr>
            <a:r>
              <a:rPr lang="en-US" sz="100">
                <a:effectLst/>
              </a:rPr>
              <a:t> </a:t>
            </a:r>
            <a:endParaRPr lang="en-US"/>
          </a:p>
        </p:txBody>
      </p:sp>
      <p:sp>
        <p:nvSpPr>
          <p:cNvPr id="31068" name="anaLab3">
            <a:extLst>
              <a:ext uri="{FF2B5EF4-FFF2-40B4-BE49-F238E27FC236}">
                <a16:creationId xmlns:a16="http://schemas.microsoft.com/office/drawing/2014/main" id="{1181D91C-3EA0-1903-52A0-4515911F7999}"/>
              </a:ext>
            </a:extLst>
          </p:cNvPr>
          <p:cNvSpPr/>
          <p:nvPr/>
        </p:nvSpPr>
        <p:spPr>
          <a:xfrm>
            <a:off x="7086600" y="4926330"/>
            <a:ext cx="1691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4213D"/>
                </a:solidFill>
                <a:effectLst/>
                <a:latin typeface="Calibri" panose="020F0502020204030204" pitchFamily="34" charset="0"/>
              </a:rPr>
              <a:t>Expectations</a:t>
            </a:r>
          </a:p>
          <a:p>
            <a:pPr algn="l">
              <a:buNone/>
            </a:pPr>
            <a:r>
              <a:rPr lang="en-US" sz="100">
                <a:effectLst/>
              </a:rPr>
              <a:t> </a:t>
            </a:r>
            <a:endParaRPr lang="en-US"/>
          </a:p>
        </p:txBody>
      </p:sp>
      <p:sp>
        <p:nvSpPr>
          <p:cNvPr id="31233" name="anaEx3">
            <a:extLst>
              <a:ext uri="{FF2B5EF4-FFF2-40B4-BE49-F238E27FC236}">
                <a16:creationId xmlns:a16="http://schemas.microsoft.com/office/drawing/2014/main" id="{C882ABD1-F92F-8F14-62A4-10C7C9EF78EB}"/>
              </a:ext>
            </a:extLst>
          </p:cNvPr>
          <p:cNvSpPr/>
          <p:nvPr/>
        </p:nvSpPr>
        <p:spPr>
          <a:xfrm>
            <a:off x="8778240" y="4926330"/>
            <a:ext cx="2682240" cy="8001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2B2F36"/>
                </a:solidFill>
                <a:effectLst/>
                <a:latin typeface="Calibri" panose="020F0502020204030204" pitchFamily="34" charset="0"/>
              </a:rPr>
              <a:t>By workstream: decisions, open questions, owners</a:t>
            </a:r>
          </a:p>
          <a:p>
            <a:pPr algn="l">
              <a:buNone/>
            </a:pPr>
            <a:r>
              <a:rPr lang="en-US" sz="100">
                <a:effectLst/>
              </a:rPr>
              <a:t> </a:t>
            </a:r>
            <a:endParaRPr lang="en-US"/>
          </a:p>
        </p:txBody>
      </p:sp>
      <p:sp>
        <p:nvSpPr>
          <p:cNvPr id="31399" name="label8">
            <a:extLst>
              <a:ext uri="{FF2B5EF4-FFF2-40B4-BE49-F238E27FC236}">
                <a16:creationId xmlns:a16="http://schemas.microsoft.com/office/drawing/2014/main" id="{012C4BBE-D61C-11AA-31AF-B4CA767559A8}"/>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F6672"/>
                </a:solidFill>
                <a:effectLst/>
                <a:latin typeface="Calibri" panose="020F0502020204030204" pitchFamily="34" charset="0"/>
              </a:rPr>
              <a:t>Fictional training scenario</a:t>
            </a:r>
          </a:p>
          <a:p>
            <a:pPr algn="l">
              <a:buNone/>
            </a:pPr>
            <a:r>
              <a:rPr lang="en-US" sz="100">
                <a:effectLst/>
              </a:rPr>
              <a:t> </a:t>
            </a:r>
            <a:endParaRPr lang="en-US"/>
          </a:p>
        </p:txBody>
      </p:sp>
      <p:sp>
        <p:nvSpPr>
          <p:cNvPr id="34788" name="agVal0b">
            <a:extLst>
              <a:ext uri="{FF2B5EF4-FFF2-40B4-BE49-F238E27FC236}">
                <a16:creationId xmlns:a16="http://schemas.microsoft.com/office/drawing/2014/main" id="{5386B973-B018-5E2E-D1FC-012BD1F75BCC}"/>
              </a:ext>
            </a:extLst>
          </p:cNvPr>
          <p:cNvSpPr/>
          <p:nvPr/>
        </p:nvSpPr>
        <p:spPr>
          <a:xfrm>
            <a:off x="4029760" y="2027682"/>
            <a:ext cx="1005840" cy="400050"/>
          </a:xfrm>
          <a:prstGeom prst="rect">
            <a:avLst/>
          </a:prstGeom>
          <a:solidFill>
            <a:srgbClr val="FFFFFF">
              <a:alpha val="0"/>
            </a:srgbClr>
          </a:solidFill>
          <a:ln w="3175">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4213D"/>
                </a:solidFill>
                <a:effectLst/>
                <a:latin typeface="Calibri" panose="020F0502020204030204" pitchFamily="34" charset="0"/>
              </a:rPr>
              <a:t>5 min</a:t>
            </a:r>
          </a:p>
          <a:p>
            <a:pPr algn="l">
              <a:buNone/>
            </a:pPr>
            <a:r>
              <a:rPr lang="en-US" sz="100">
                <a:effectLst/>
              </a:rPr>
              <a:t> </a:t>
            </a:r>
            <a:endParaRPr lang="en-US"/>
          </a:p>
        </p:txBody>
      </p:sp>
    </p:spTree>
    <p:extLst>
      <p:ext uri="{BB962C8B-B14F-4D97-AF65-F5344CB8AC3E}">
        <p14:creationId xmlns:p14="http://schemas.microsoft.com/office/powerpoint/2010/main" val="2442347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31566" name="title9">
            <a:extLst>
              <a:ext uri="{FF2B5EF4-FFF2-40B4-BE49-F238E27FC236}">
                <a16:creationId xmlns:a16="http://schemas.microsoft.com/office/drawing/2014/main" id="{ACE8CE51-5B16-0D94-37E5-1D151030985F}"/>
              </a:ext>
            </a:extLst>
          </p:cNvPr>
          <p:cNvSpPr/>
          <p:nvPr/>
        </p:nvSpPr>
        <p:spPr>
          <a:xfrm>
            <a:off x="502920" y="777240"/>
            <a:ext cx="111861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a:solidFill>
                  <a:srgbClr val="FFFFFF"/>
                </a:solidFill>
                <a:effectLst/>
                <a:latin typeface="Georgia" panose="02040502050405020303" pitchFamily="18" charset="0"/>
              </a:rPr>
              <a:t>Keep learning after today</a:t>
            </a:r>
          </a:p>
          <a:p>
            <a:pPr algn="l">
              <a:buNone/>
            </a:pPr>
            <a:r>
              <a:rPr lang="en-US" sz="100">
                <a:effectLst/>
              </a:rPr>
              <a:t> </a:t>
            </a:r>
            <a:endParaRPr lang="en-US"/>
          </a:p>
        </p:txBody>
      </p:sp>
      <p:sp>
        <p:nvSpPr>
          <p:cNvPr id="31734" name="promptCard">
            <a:extLst>
              <a:ext uri="{FF2B5EF4-FFF2-40B4-BE49-F238E27FC236}">
                <a16:creationId xmlns:a16="http://schemas.microsoft.com/office/drawing/2014/main" id="{F2B6C703-4036-E174-F639-EE7D88D9C17C}"/>
              </a:ext>
            </a:extLst>
          </p:cNvPr>
          <p:cNvSpPr/>
          <p:nvPr/>
        </p:nvSpPr>
        <p:spPr>
          <a:xfrm>
            <a:off x="594360" y="1600200"/>
            <a:ext cx="6400800" cy="4434840"/>
          </a:xfrm>
          <a:prstGeom prst="rect">
            <a:avLst/>
          </a:prstGeom>
          <a:solidFill>
            <a:srgbClr val="22365C"/>
          </a:solidFill>
          <a:ln w="12700">
            <a:solidFill>
              <a:srgbClr val="34507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03" name="coachEyebrow">
            <a:extLst>
              <a:ext uri="{FF2B5EF4-FFF2-40B4-BE49-F238E27FC236}">
                <a16:creationId xmlns:a16="http://schemas.microsoft.com/office/drawing/2014/main" id="{3CF4163F-E1E9-B209-23C5-1F73B44AAC91}"/>
              </a:ext>
            </a:extLst>
          </p:cNvPr>
          <p:cNvSpPr/>
          <p:nvPr/>
        </p:nvSpPr>
        <p:spPr>
          <a:xfrm>
            <a:off x="822960" y="1920240"/>
            <a:ext cx="594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YOUR SELF-SERVICE COACH PROMPT</a:t>
            </a:r>
          </a:p>
          <a:p>
            <a:pPr algn="l">
              <a:buNone/>
            </a:pPr>
            <a:r>
              <a:rPr lang="en-US" sz="100">
                <a:effectLst/>
              </a:rPr>
              <a:t> </a:t>
            </a:r>
            <a:endParaRPr lang="en-US"/>
          </a:p>
        </p:txBody>
      </p:sp>
      <p:sp>
        <p:nvSpPr>
          <p:cNvPr id="32073" name="coachPrompt">
            <a:extLst>
              <a:ext uri="{FF2B5EF4-FFF2-40B4-BE49-F238E27FC236}">
                <a16:creationId xmlns:a16="http://schemas.microsoft.com/office/drawing/2014/main" id="{88DB3D58-118B-7D2B-6CDF-288614BCAA6D}"/>
              </a:ext>
            </a:extLst>
          </p:cNvPr>
          <p:cNvSpPr/>
          <p:nvPr/>
        </p:nvSpPr>
        <p:spPr>
          <a:xfrm>
            <a:off x="822960" y="2331720"/>
            <a:ext cx="5943600" cy="25527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FFFFF"/>
                </a:solidFill>
                <a:effectLst/>
                <a:latin typeface="Calibri" panose="020F0502020204030204" pitchFamily="34" charset="0"/>
              </a:rPr>
              <a:t>Act as my Microsoft 365 Copilot coach. I work as a [role] in [team] at a bank in EMEA. Suggest five practical ways I can use Copilot in [Outlook / Word / Excel / PowerPoint] for my work. For each one, give me a ready-to-use prompt, what I should check before sharing, and one follow-up prompt to improve the result. Start with beginner-friendly ideas, then add two more advanced ones. Ask me questions if you need more context.</a:t>
            </a:r>
          </a:p>
          <a:p>
            <a:pPr algn="l">
              <a:buNone/>
            </a:pPr>
            <a:r>
              <a:rPr lang="en-US" sz="100">
                <a:effectLst/>
              </a:rPr>
              <a:t> </a:t>
            </a:r>
            <a:endParaRPr lang="en-US"/>
          </a:p>
        </p:txBody>
      </p:sp>
      <p:sp>
        <p:nvSpPr>
          <p:cNvPr id="32244" name="coachHint">
            <a:extLst>
              <a:ext uri="{FF2B5EF4-FFF2-40B4-BE49-F238E27FC236}">
                <a16:creationId xmlns:a16="http://schemas.microsoft.com/office/drawing/2014/main" id="{36D045AB-560A-EAF0-FB2D-D33EF3305AAC}"/>
              </a:ext>
            </a:extLst>
          </p:cNvPr>
          <p:cNvSpPr/>
          <p:nvPr/>
        </p:nvSpPr>
        <p:spPr>
          <a:xfrm>
            <a:off x="822960" y="5173980"/>
            <a:ext cx="5943600" cy="5410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i="1">
                <a:solidFill>
                  <a:srgbClr val="B9C4D6"/>
                </a:solidFill>
                <a:effectLst/>
                <a:latin typeface="Calibri" panose="020F0502020204030204" pitchFamily="34" charset="0"/>
              </a:rPr>
              <a:t>Replace the [brackets], then paste it into Microsoft 365 Copilot Chat.</a:t>
            </a:r>
          </a:p>
          <a:p>
            <a:pPr algn="l">
              <a:buNone/>
            </a:pPr>
            <a:r>
              <a:rPr lang="en-US" sz="100">
                <a:effectLst/>
              </a:rPr>
              <a:t> </a:t>
            </a:r>
            <a:endParaRPr lang="en-US"/>
          </a:p>
        </p:txBody>
      </p:sp>
      <p:sp>
        <p:nvSpPr>
          <p:cNvPr id="32416" name="cardsEyebrow">
            <a:extLst>
              <a:ext uri="{FF2B5EF4-FFF2-40B4-BE49-F238E27FC236}">
                <a16:creationId xmlns:a16="http://schemas.microsoft.com/office/drawing/2014/main" id="{8E18ADF2-6A5B-54A3-4CC9-A9D149ABDE8B}"/>
              </a:ext>
            </a:extLst>
          </p:cNvPr>
          <p:cNvSpPr/>
          <p:nvPr/>
        </p:nvSpPr>
        <p:spPr>
          <a:xfrm>
            <a:off x="7315200" y="1600200"/>
            <a:ext cx="43738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LEARNER PROMPT CARDS</a:t>
            </a:r>
          </a:p>
          <a:p>
            <a:pPr algn="l">
              <a:buNone/>
            </a:pPr>
            <a:r>
              <a:rPr lang="en-US" sz="100">
                <a:effectLst/>
              </a:rPr>
              <a:t> </a:t>
            </a:r>
            <a:endParaRPr lang="en-US"/>
          </a:p>
        </p:txBody>
      </p:sp>
      <p:sp>
        <p:nvSpPr>
          <p:cNvPr id="32589" name="cardsText">
            <a:extLst>
              <a:ext uri="{FF2B5EF4-FFF2-40B4-BE49-F238E27FC236}">
                <a16:creationId xmlns:a16="http://schemas.microsoft.com/office/drawing/2014/main" id="{701BB5AF-23EF-7FF1-350F-C10415219DCE}"/>
              </a:ext>
            </a:extLst>
          </p:cNvPr>
          <p:cNvSpPr/>
          <p:nvPr/>
        </p:nvSpPr>
        <p:spPr>
          <a:xfrm>
            <a:off x="7315200" y="2011680"/>
            <a:ext cx="4373880" cy="6019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FFFFF"/>
                </a:solidFill>
                <a:effectLst/>
                <a:latin typeface="Calibri" panose="020F0502020204030204" pitchFamily="34" charset="0"/>
              </a:rPr>
              <a:t>One page per app with ready-to-use prompts to adapt to your own work.</a:t>
            </a:r>
          </a:p>
          <a:p>
            <a:pPr algn="l">
              <a:buNone/>
            </a:pPr>
            <a:r>
              <a:rPr lang="en-US" sz="100">
                <a:effectLst/>
              </a:rPr>
              <a:t> </a:t>
            </a:r>
            <a:endParaRPr lang="en-US"/>
          </a:p>
        </p:txBody>
      </p:sp>
      <p:sp>
        <p:nvSpPr>
          <p:cNvPr id="32763" name="checkEyebrow">
            <a:extLst>
              <a:ext uri="{FF2B5EF4-FFF2-40B4-BE49-F238E27FC236}">
                <a16:creationId xmlns:a16="http://schemas.microsoft.com/office/drawing/2014/main" id="{0DA851BC-9C94-649A-E801-429246ACD92C}"/>
              </a:ext>
            </a:extLst>
          </p:cNvPr>
          <p:cNvSpPr/>
          <p:nvPr/>
        </p:nvSpPr>
        <p:spPr>
          <a:xfrm>
            <a:off x="7315200" y="2979420"/>
            <a:ext cx="43738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B9C4D6"/>
                </a:solidFill>
                <a:effectLst/>
                <a:latin typeface="Calibri" panose="020F0502020204030204" pitchFamily="34" charset="0"/>
              </a:rPr>
              <a:t>CHECK BEFORE YOU SHARE</a:t>
            </a:r>
          </a:p>
          <a:p>
            <a:pPr algn="l">
              <a:buNone/>
            </a:pPr>
            <a:r>
              <a:rPr lang="en-US" sz="100">
                <a:effectLst/>
              </a:rPr>
              <a:t> </a:t>
            </a:r>
            <a:endParaRPr lang="en-US"/>
          </a:p>
        </p:txBody>
      </p:sp>
      <p:sp>
        <p:nvSpPr>
          <p:cNvPr id="32938" name="tick0">
            <a:extLst>
              <a:ext uri="{FF2B5EF4-FFF2-40B4-BE49-F238E27FC236}">
                <a16:creationId xmlns:a16="http://schemas.microsoft.com/office/drawing/2014/main" id="{03D4576B-9E8E-3BA9-73E1-E617B2A1F4B7}"/>
              </a:ext>
            </a:extLst>
          </p:cNvPr>
          <p:cNvSpPr/>
          <p:nvPr/>
        </p:nvSpPr>
        <p:spPr>
          <a:xfrm>
            <a:off x="7315200" y="3390900"/>
            <a:ext cx="365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Calibri" panose="020F0502020204030204" pitchFamily="34" charset="0"/>
              </a:rPr>
              <a:t>✓</a:t>
            </a:r>
          </a:p>
          <a:p>
            <a:pPr algn="l">
              <a:buNone/>
            </a:pPr>
            <a:r>
              <a:rPr lang="en-US" sz="100">
                <a:effectLst/>
              </a:rPr>
              <a:t> </a:t>
            </a:r>
            <a:endParaRPr lang="en-US"/>
          </a:p>
        </p:txBody>
      </p:sp>
      <p:sp>
        <p:nvSpPr>
          <p:cNvPr id="33114" name="check0">
            <a:extLst>
              <a:ext uri="{FF2B5EF4-FFF2-40B4-BE49-F238E27FC236}">
                <a16:creationId xmlns:a16="http://schemas.microsoft.com/office/drawing/2014/main" id="{8EE653AB-17FF-A843-CC0C-3F0793A40A96}"/>
              </a:ext>
            </a:extLst>
          </p:cNvPr>
          <p:cNvSpPr/>
          <p:nvPr/>
        </p:nvSpPr>
        <p:spPr>
          <a:xfrm>
            <a:off x="7635240" y="3390900"/>
            <a:ext cx="4053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Numbers match the source</a:t>
            </a:r>
          </a:p>
          <a:p>
            <a:pPr algn="l">
              <a:buNone/>
            </a:pPr>
            <a:r>
              <a:rPr lang="en-US" sz="100">
                <a:effectLst/>
              </a:rPr>
              <a:t> </a:t>
            </a:r>
            <a:endParaRPr lang="en-US"/>
          </a:p>
        </p:txBody>
      </p:sp>
      <p:sp>
        <p:nvSpPr>
          <p:cNvPr id="33291" name="tick1">
            <a:extLst>
              <a:ext uri="{FF2B5EF4-FFF2-40B4-BE49-F238E27FC236}">
                <a16:creationId xmlns:a16="http://schemas.microsoft.com/office/drawing/2014/main" id="{8F1AC7AC-53E0-6CF5-7404-4256BB3B457E}"/>
              </a:ext>
            </a:extLst>
          </p:cNvPr>
          <p:cNvSpPr/>
          <p:nvPr/>
        </p:nvSpPr>
        <p:spPr>
          <a:xfrm>
            <a:off x="7315200" y="3811524"/>
            <a:ext cx="365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Calibri" panose="020F0502020204030204" pitchFamily="34" charset="0"/>
              </a:rPr>
              <a:t>✓</a:t>
            </a:r>
          </a:p>
          <a:p>
            <a:pPr algn="l">
              <a:buNone/>
            </a:pPr>
            <a:r>
              <a:rPr lang="en-US" sz="100">
                <a:effectLst/>
              </a:rPr>
              <a:t> </a:t>
            </a:r>
            <a:endParaRPr lang="en-US"/>
          </a:p>
        </p:txBody>
      </p:sp>
      <p:sp>
        <p:nvSpPr>
          <p:cNvPr id="33469" name="check1">
            <a:extLst>
              <a:ext uri="{FF2B5EF4-FFF2-40B4-BE49-F238E27FC236}">
                <a16:creationId xmlns:a16="http://schemas.microsoft.com/office/drawing/2014/main" id="{27921D95-AFCE-0DDA-6980-8FA8A926E8AB}"/>
              </a:ext>
            </a:extLst>
          </p:cNvPr>
          <p:cNvSpPr/>
          <p:nvPr/>
        </p:nvSpPr>
        <p:spPr>
          <a:xfrm>
            <a:off x="7635240" y="3811524"/>
            <a:ext cx="4053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Facts separated from assumptions</a:t>
            </a:r>
          </a:p>
          <a:p>
            <a:pPr algn="l">
              <a:buNone/>
            </a:pPr>
            <a:r>
              <a:rPr lang="en-US" sz="100">
                <a:effectLst/>
              </a:rPr>
              <a:t> </a:t>
            </a:r>
            <a:endParaRPr lang="en-US"/>
          </a:p>
        </p:txBody>
      </p:sp>
      <p:sp>
        <p:nvSpPr>
          <p:cNvPr id="33648" name="tick2">
            <a:extLst>
              <a:ext uri="{FF2B5EF4-FFF2-40B4-BE49-F238E27FC236}">
                <a16:creationId xmlns:a16="http://schemas.microsoft.com/office/drawing/2014/main" id="{A7C31D93-0584-3359-2154-D8B2180F6981}"/>
              </a:ext>
            </a:extLst>
          </p:cNvPr>
          <p:cNvSpPr/>
          <p:nvPr/>
        </p:nvSpPr>
        <p:spPr>
          <a:xfrm>
            <a:off x="7315200" y="4232148"/>
            <a:ext cx="365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Calibri" panose="020F0502020204030204" pitchFamily="34" charset="0"/>
              </a:rPr>
              <a:t>✓</a:t>
            </a:r>
          </a:p>
          <a:p>
            <a:pPr algn="l">
              <a:buNone/>
            </a:pPr>
            <a:r>
              <a:rPr lang="en-US" sz="100">
                <a:effectLst/>
              </a:rPr>
              <a:t> </a:t>
            </a:r>
            <a:endParaRPr lang="en-US"/>
          </a:p>
        </p:txBody>
      </p:sp>
      <p:sp>
        <p:nvSpPr>
          <p:cNvPr id="33828" name="check2">
            <a:extLst>
              <a:ext uri="{FF2B5EF4-FFF2-40B4-BE49-F238E27FC236}">
                <a16:creationId xmlns:a16="http://schemas.microsoft.com/office/drawing/2014/main" id="{D0490261-B345-6D59-8230-DB2E0FB252F8}"/>
              </a:ext>
            </a:extLst>
          </p:cNvPr>
          <p:cNvSpPr/>
          <p:nvPr/>
        </p:nvSpPr>
        <p:spPr>
          <a:xfrm>
            <a:off x="7635240" y="4232148"/>
            <a:ext cx="4053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Recipients are right</a:t>
            </a:r>
          </a:p>
          <a:p>
            <a:pPr algn="l">
              <a:buNone/>
            </a:pPr>
            <a:r>
              <a:rPr lang="en-US" sz="100">
                <a:effectLst/>
              </a:rPr>
              <a:t> </a:t>
            </a:r>
            <a:endParaRPr lang="en-US"/>
          </a:p>
        </p:txBody>
      </p:sp>
      <p:sp>
        <p:nvSpPr>
          <p:cNvPr id="34009" name="tick3">
            <a:extLst>
              <a:ext uri="{FF2B5EF4-FFF2-40B4-BE49-F238E27FC236}">
                <a16:creationId xmlns:a16="http://schemas.microsoft.com/office/drawing/2014/main" id="{B394B200-83DC-9785-F6C8-7D476D322A9A}"/>
              </a:ext>
            </a:extLst>
          </p:cNvPr>
          <p:cNvSpPr/>
          <p:nvPr/>
        </p:nvSpPr>
        <p:spPr>
          <a:xfrm>
            <a:off x="7315200" y="4652772"/>
            <a:ext cx="365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Calibri" panose="020F0502020204030204" pitchFamily="34" charset="0"/>
              </a:rPr>
              <a:t>✓</a:t>
            </a:r>
          </a:p>
          <a:p>
            <a:pPr algn="l">
              <a:buNone/>
            </a:pPr>
            <a:r>
              <a:rPr lang="en-US" sz="100">
                <a:effectLst/>
              </a:rPr>
              <a:t> </a:t>
            </a:r>
            <a:endParaRPr lang="en-US"/>
          </a:p>
        </p:txBody>
      </p:sp>
      <p:sp>
        <p:nvSpPr>
          <p:cNvPr id="34191" name="check3">
            <a:extLst>
              <a:ext uri="{FF2B5EF4-FFF2-40B4-BE49-F238E27FC236}">
                <a16:creationId xmlns:a16="http://schemas.microsoft.com/office/drawing/2014/main" id="{9A38C22E-59F7-C34A-02C9-8C263A26EF8C}"/>
              </a:ext>
            </a:extLst>
          </p:cNvPr>
          <p:cNvSpPr/>
          <p:nvPr/>
        </p:nvSpPr>
        <p:spPr>
          <a:xfrm>
            <a:off x="7635240" y="4652772"/>
            <a:ext cx="4053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No internal remarks go external</a:t>
            </a:r>
          </a:p>
          <a:p>
            <a:pPr algn="l">
              <a:buNone/>
            </a:pPr>
            <a:r>
              <a:rPr lang="en-US" sz="100">
                <a:effectLst/>
              </a:rPr>
              <a:t> </a:t>
            </a:r>
            <a:endParaRPr lang="en-US"/>
          </a:p>
        </p:txBody>
      </p:sp>
      <p:sp>
        <p:nvSpPr>
          <p:cNvPr id="34374" name="tick4">
            <a:extLst>
              <a:ext uri="{FF2B5EF4-FFF2-40B4-BE49-F238E27FC236}">
                <a16:creationId xmlns:a16="http://schemas.microsoft.com/office/drawing/2014/main" id="{4FA47271-869D-7831-34A7-843031DC5D26}"/>
              </a:ext>
            </a:extLst>
          </p:cNvPr>
          <p:cNvSpPr/>
          <p:nvPr/>
        </p:nvSpPr>
        <p:spPr>
          <a:xfrm>
            <a:off x="7315200" y="5073396"/>
            <a:ext cx="365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FFFFFF"/>
                </a:solidFill>
                <a:effectLst/>
                <a:latin typeface="Calibri" panose="020F0502020204030204" pitchFamily="34" charset="0"/>
              </a:rPr>
              <a:t>✓</a:t>
            </a:r>
          </a:p>
          <a:p>
            <a:pPr algn="l">
              <a:buNone/>
            </a:pPr>
            <a:r>
              <a:rPr lang="en-US" sz="100">
                <a:effectLst/>
              </a:rPr>
              <a:t> </a:t>
            </a:r>
            <a:endParaRPr lang="en-US"/>
          </a:p>
        </p:txBody>
      </p:sp>
      <p:sp>
        <p:nvSpPr>
          <p:cNvPr id="34558" name="check4">
            <a:extLst>
              <a:ext uri="{FF2B5EF4-FFF2-40B4-BE49-F238E27FC236}">
                <a16:creationId xmlns:a16="http://schemas.microsoft.com/office/drawing/2014/main" id="{857CFF19-3F02-A522-A7C9-812E3FDE24A6}"/>
              </a:ext>
            </a:extLst>
          </p:cNvPr>
          <p:cNvSpPr/>
          <p:nvPr/>
        </p:nvSpPr>
        <p:spPr>
          <a:xfrm>
            <a:off x="7635240" y="5073396"/>
            <a:ext cx="4053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FFFFFF"/>
                </a:solidFill>
                <a:effectLst/>
                <a:latin typeface="Calibri" panose="020F0502020204030204" pitchFamily="34" charset="0"/>
              </a:rPr>
              <a:t>You are accountable</a:t>
            </a:r>
          </a:p>
          <a:p>
            <a:pPr algn="l">
              <a:buNone/>
            </a:pPr>
            <a:r>
              <a:rPr lang="en-US" sz="100">
                <a:effectLst/>
              </a:rPr>
              <a:t> </a:t>
            </a:r>
            <a:endParaRPr lang="en-US"/>
          </a:p>
        </p:txBody>
      </p:sp>
      <p:sp>
        <p:nvSpPr>
          <p:cNvPr id="34743" name="label9">
            <a:extLst>
              <a:ext uri="{FF2B5EF4-FFF2-40B4-BE49-F238E27FC236}">
                <a16:creationId xmlns:a16="http://schemas.microsoft.com/office/drawing/2014/main" id="{60437F98-1B0C-3D12-ED5C-8CAAD290E4A6}"/>
              </a:ext>
            </a:extLst>
          </p:cNvPr>
          <p:cNvSpPr/>
          <p:nvPr/>
        </p:nvSpPr>
        <p:spPr>
          <a:xfrm>
            <a:off x="502920" y="6080760"/>
            <a:ext cx="3200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B9C4D6"/>
                </a:solidFill>
                <a:effectLst/>
                <a:latin typeface="Calibri" panose="020F0502020204030204" pitchFamily="34" charset="0"/>
              </a:rPr>
              <a:t>Fictional training scenario</a:t>
            </a:r>
          </a:p>
          <a:p>
            <a:pPr algn="l">
              <a:buNone/>
            </a:pPr>
            <a:r>
              <a:rPr lang="en-US" sz="100">
                <a:effectLst/>
              </a:rPr>
              <a:t> </a:t>
            </a:r>
            <a:endParaRPr lang="en-US"/>
          </a:p>
        </p:txBody>
      </p:sp>
    </p:spTree>
    <p:extLst>
      <p:ext uri="{BB962C8B-B14F-4D97-AF65-F5344CB8AC3E}">
        <p14:creationId xmlns:p14="http://schemas.microsoft.com/office/powerpoint/2010/main" val="617420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7</cp:revision>
  <dcterms:created xsi:type="dcterms:W3CDTF">2026-10-03T13:23:38Z</dcterms:created>
  <dcterms:modified xsi:type="dcterms:W3CDTF">2026-10-03T14:51:08Z</dcterms:modified>
  <cp:category/>
</cp:coreProperties>
</file>

<file path=docProps/custom.xml><?xml version="1.0" encoding="utf-8"?>
<Properties xmlns="http://schemas.openxmlformats.org/officeDocument/2006/custom-properties" xmlns:vt="http://schemas.openxmlformats.org/officeDocument/2006/docPropsVTypes"/>
</file>