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457" r:id="rId3"/>
    <p:sldId id="659" r:id="rId4"/>
    <p:sldId id="862" r:id="rId5"/>
    <p:sldId id="1066" r:id="rId6"/>
    <p:sldId id="1271" r:id="rId7"/>
    <p:sldId id="1477" r:id="rId8"/>
    <p:sldId id="1684" r:id="rId9"/>
    <p:sldId id="1892" r:id="rId10"/>
    <p:sldId id="2101" r:id="rId11"/>
    <p:sldId id="2311" r:id="rId12"/>
    <p:sldId id="2522"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2368BB-B967-4F32-B943-9294DD049C2F}" v="2" dt="2026-10-03T13:37:39.294"/>
    <p1510:client id="{E6C0F363-670C-43CF-9DF9-998D707F04C2}" v="6" dt="2026-10-03T14:23:20.247"/>
    <p1510:client id="{EF62409E-69CE-47F6-8269-FDF39050C970}" v="2" dt="2026-10-03T13:24:02.1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3C2368BB-B967-4F32-B943-9294DD049C2F}"/>
    <pc:docChg chg="addSld modSld">
      <pc:chgData name="" userId="" providerId="" clId="Web-{3C2368BB-B967-4F32-B943-9294DD049C2F}" dt="2026-10-03T13:37:39.294" v="1" actId="34807"/>
      <pc:docMkLst>
        <pc:docMk/>
      </pc:docMkLst>
      <pc:sldChg chg="mod setBg">
        <pc:chgData name="" userId="" providerId="" clId="Web-{3C2368BB-B967-4F32-B943-9294DD049C2F}" dt="2026-10-03T13:37:39.294" v="1" actId="34807"/>
        <pc:sldMkLst>
          <pc:docMk/>
          <pc:sldMk cId="0" sldId="256"/>
        </pc:sldMkLst>
      </pc:sldChg>
      <pc:sldChg chg="add mod setBg">
        <pc:chgData name="" userId="" providerId="" clId="Web-{3C2368BB-B967-4F32-B943-9294DD049C2F}" dt="2026-10-03T13:37:39.294" v="1" actId="34807"/>
        <pc:sldMkLst>
          <pc:docMk/>
          <pc:sldMk cId="3360465768" sldId="457"/>
        </pc:sldMkLst>
      </pc:sldChg>
      <pc:sldChg chg="add mod setBg">
        <pc:chgData name="" userId="" providerId="" clId="Web-{3C2368BB-B967-4F32-B943-9294DD049C2F}" dt="2026-10-03T13:37:39.294" v="1" actId="34807"/>
        <pc:sldMkLst>
          <pc:docMk/>
          <pc:sldMk cId="2386789376" sldId="659"/>
        </pc:sldMkLst>
      </pc:sldChg>
      <pc:sldChg chg="add mod setBg">
        <pc:chgData name="" userId="" providerId="" clId="Web-{3C2368BB-B967-4F32-B943-9294DD049C2F}" dt="2026-10-03T13:37:39.294" v="1" actId="34807"/>
        <pc:sldMkLst>
          <pc:docMk/>
          <pc:sldMk cId="2949076662" sldId="862"/>
        </pc:sldMkLst>
      </pc:sldChg>
      <pc:sldChg chg="add mod setBg">
        <pc:chgData name="" userId="" providerId="" clId="Web-{3C2368BB-B967-4F32-B943-9294DD049C2F}" dt="2026-10-03T13:37:39.294" v="1" actId="34807"/>
        <pc:sldMkLst>
          <pc:docMk/>
          <pc:sldMk cId="775438116" sldId="1066"/>
        </pc:sldMkLst>
      </pc:sldChg>
      <pc:sldChg chg="add mod setBg">
        <pc:chgData name="" userId="" providerId="" clId="Web-{3C2368BB-B967-4F32-B943-9294DD049C2F}" dt="2026-10-03T13:37:39.294" v="1" actId="34807"/>
        <pc:sldMkLst>
          <pc:docMk/>
          <pc:sldMk cId="1986816051" sldId="1271"/>
        </pc:sldMkLst>
      </pc:sldChg>
      <pc:sldChg chg="add mod setBg">
        <pc:chgData name="" userId="" providerId="" clId="Web-{3C2368BB-B967-4F32-B943-9294DD049C2F}" dt="2026-10-03T13:37:39.294" v="1" actId="34807"/>
        <pc:sldMkLst>
          <pc:docMk/>
          <pc:sldMk cId="984391309" sldId="1477"/>
        </pc:sldMkLst>
      </pc:sldChg>
      <pc:sldChg chg="add mod setBg">
        <pc:chgData name="" userId="" providerId="" clId="Web-{3C2368BB-B967-4F32-B943-9294DD049C2F}" dt="2026-10-03T13:37:39.294" v="1" actId="34807"/>
        <pc:sldMkLst>
          <pc:docMk/>
          <pc:sldMk cId="4174179802" sldId="1684"/>
        </pc:sldMkLst>
      </pc:sldChg>
      <pc:sldChg chg="add mod setBg">
        <pc:chgData name="" userId="" providerId="" clId="Web-{3C2368BB-B967-4F32-B943-9294DD049C2F}" dt="2026-10-03T13:37:39.294" v="1" actId="34807"/>
        <pc:sldMkLst>
          <pc:docMk/>
          <pc:sldMk cId="2738562620" sldId="1892"/>
        </pc:sldMkLst>
      </pc:sldChg>
      <pc:sldChg chg="add mod setBg">
        <pc:chgData name="" userId="" providerId="" clId="Web-{3C2368BB-B967-4F32-B943-9294DD049C2F}" dt="2026-10-03T13:37:39.294" v="1" actId="34807"/>
        <pc:sldMkLst>
          <pc:docMk/>
          <pc:sldMk cId="3102385432" sldId="2101"/>
        </pc:sldMkLst>
      </pc:sldChg>
      <pc:sldChg chg="add mod setBg">
        <pc:chgData name="" userId="" providerId="" clId="Web-{3C2368BB-B967-4F32-B943-9294DD049C2F}" dt="2026-10-03T13:37:39.294" v="1" actId="34807"/>
        <pc:sldMkLst>
          <pc:docMk/>
          <pc:sldMk cId="1312419868" sldId="2311"/>
        </pc:sldMkLst>
      </pc:sldChg>
      <pc:sldChg chg="add mod setBg">
        <pc:chgData name="" userId="" providerId="" clId="Web-{3C2368BB-B967-4F32-B943-9294DD049C2F}" dt="2026-10-03T13:37:39.294" v="1" actId="34807"/>
        <pc:sldMkLst>
          <pc:docMk/>
          <pc:sldMk cId="1271856997" sldId="2522"/>
        </pc:sldMkLst>
      </pc:sldChg>
    </pc:docChg>
  </pc:docChgLst>
  <pc:docChgLst>
    <pc:chgData clId="Web-{E6C0F363-670C-43CF-9DF9-998D707F04C2}"/>
    <pc:docChg chg="modSld">
      <pc:chgData name="" userId="" providerId="" clId="Web-{E6C0F363-670C-43CF-9DF9-998D707F04C2}" dt="2026-10-03T14:23:41.497" v="14" actId="34807"/>
      <pc:docMkLst>
        <pc:docMk/>
      </pc:docMkLst>
      <pc:sldChg chg="addSp delSp modSp modNotesTx">
        <pc:chgData name="" userId="" providerId="" clId="Web-{E6C0F363-670C-43CF-9DF9-998D707F04C2}" dt="2026-10-03T14:18:42.684" v="1" actId="34807"/>
        <pc:sldMkLst>
          <pc:docMk/>
          <pc:sldMk cId="0" sldId="256"/>
        </pc:sldMkLst>
        <pc:spChg chg="del">
          <ac:chgData name="" userId="" providerId="" clId="Web-{E6C0F363-670C-43CF-9DF9-998D707F04C2}" dt="2026-10-03T14:18:42.684" v="1" actId="34807"/>
          <ac:spMkLst>
            <pc:docMk/>
            <pc:sldMk cId="0" sldId="256"/>
            <ac:spMk id="2" creationId="{4A993261-D1C8-2671-5CD5-1626958C5D37}"/>
          </ac:spMkLst>
        </pc:spChg>
        <pc:spChg chg="add mod">
          <ac:chgData name="" userId="" providerId="" clId="Web-{E6C0F363-670C-43CF-9DF9-998D707F04C2}" dt="2026-10-03T14:18:41.668" v="0" actId="34807"/>
          <ac:spMkLst>
            <pc:docMk/>
            <pc:sldMk cId="0" sldId="256"/>
            <ac:spMk id="3" creationId="{64E97EC1-A0D7-1439-EB29-A0E4987C3237}"/>
          </ac:spMkLst>
        </pc:spChg>
        <pc:spChg chg="add mod">
          <ac:chgData name="" userId="" providerId="" clId="Web-{E6C0F363-670C-43CF-9DF9-998D707F04C2}" dt="2026-10-03T14:18:41.668" v="0" actId="34807"/>
          <ac:spMkLst>
            <pc:docMk/>
            <pc:sldMk cId="0" sldId="256"/>
            <ac:spMk id="8" creationId="{D88AD1AB-14F7-A6F2-D6E7-F048F619130B}"/>
          </ac:spMkLst>
        </pc:spChg>
        <pc:spChg chg="add mod">
          <ac:chgData name="" userId="" providerId="" clId="Web-{E6C0F363-670C-43CF-9DF9-998D707F04C2}" dt="2026-10-03T14:18:41.668" v="0" actId="34807"/>
          <ac:spMkLst>
            <pc:docMk/>
            <pc:sldMk cId="0" sldId="256"/>
            <ac:spMk id="12" creationId="{1EE42FF1-731F-B9C0-0759-51296D8DADF6}"/>
          </ac:spMkLst>
        </pc:spChg>
        <pc:spChg chg="add mod">
          <ac:chgData name="" userId="" providerId="" clId="Web-{E6C0F363-670C-43CF-9DF9-998D707F04C2}" dt="2026-10-03T14:18:41.668" v="0" actId="34807"/>
          <ac:spMkLst>
            <pc:docMk/>
            <pc:sldMk cId="0" sldId="256"/>
            <ac:spMk id="30" creationId="{F37F867C-D2A7-BDB5-2B02-6372414C7A7D}"/>
          </ac:spMkLst>
        </pc:spChg>
        <pc:spChg chg="add mod">
          <ac:chgData name="" userId="" providerId="" clId="Web-{E6C0F363-670C-43CF-9DF9-998D707F04C2}" dt="2026-10-03T14:18:41.668" v="0" actId="34807"/>
          <ac:spMkLst>
            <pc:docMk/>
            <pc:sldMk cId="0" sldId="256"/>
            <ac:spMk id="57" creationId="{73FA1F41-35C5-6752-786B-3988C831C55C}"/>
          </ac:spMkLst>
        </pc:spChg>
        <pc:spChg chg="add mod">
          <ac:chgData name="" userId="" providerId="" clId="Web-{E6C0F363-670C-43CF-9DF9-998D707F04C2}" dt="2026-10-03T14:18:41.668" v="0" actId="34807"/>
          <ac:spMkLst>
            <pc:docMk/>
            <pc:sldMk cId="0" sldId="256"/>
            <ac:spMk id="80" creationId="{EF095F8F-C4A9-4294-DD55-9F70C979ED25}"/>
          </ac:spMkLst>
        </pc:spChg>
        <pc:spChg chg="add mod">
          <ac:chgData name="" userId="" providerId="" clId="Web-{E6C0F363-670C-43CF-9DF9-998D707F04C2}" dt="2026-10-03T14:18:41.668" v="0" actId="34807"/>
          <ac:spMkLst>
            <pc:docMk/>
            <pc:sldMk cId="0" sldId="256"/>
            <ac:spMk id="93" creationId="{9857E5AF-188F-4C4B-54DC-4BBA0EDA5BAB}"/>
          </ac:spMkLst>
        </pc:spChg>
        <pc:spChg chg="add mod">
          <ac:chgData name="" userId="" providerId="" clId="Web-{E6C0F363-670C-43CF-9DF9-998D707F04C2}" dt="2026-10-03T14:18:41.668" v="0" actId="34807"/>
          <ac:spMkLst>
            <pc:docMk/>
            <pc:sldMk cId="0" sldId="256"/>
            <ac:spMk id="107" creationId="{6E5DE690-8798-CA9B-6FF1-4A6BE3C0A9A4}"/>
          </ac:spMkLst>
        </pc:spChg>
        <pc:spChg chg="add mod">
          <ac:chgData name="" userId="" providerId="" clId="Web-{E6C0F363-670C-43CF-9DF9-998D707F04C2}" dt="2026-10-03T14:18:41.668" v="0" actId="34807"/>
          <ac:spMkLst>
            <pc:docMk/>
            <pc:sldMk cId="0" sldId="256"/>
            <ac:spMk id="138" creationId="{3105772A-7DEE-A319-473D-49A7ACEE1B92}"/>
          </ac:spMkLst>
        </pc:spChg>
        <pc:spChg chg="add mod">
          <ac:chgData name="" userId="" providerId="" clId="Web-{E6C0F363-670C-43CF-9DF9-998D707F04C2}" dt="2026-10-03T14:18:41.668" v="0" actId="34807"/>
          <ac:spMkLst>
            <pc:docMk/>
            <pc:sldMk cId="0" sldId="256"/>
            <ac:spMk id="155" creationId="{694FEFF0-6AF5-5069-7245-325CA8CDFEA7}"/>
          </ac:spMkLst>
        </pc:spChg>
      </pc:sldChg>
      <pc:sldChg chg="addSp modSp modNotesTx">
        <pc:chgData name="" userId="" providerId="" clId="Web-{E6C0F363-670C-43CF-9DF9-998D707F04C2}" dt="2026-10-03T14:18:42.684" v="1" actId="34807"/>
        <pc:sldMkLst>
          <pc:docMk/>
          <pc:sldMk cId="3360465768" sldId="457"/>
        </pc:sldMkLst>
        <pc:spChg chg="add mod">
          <ac:chgData name="" userId="" providerId="" clId="Web-{E6C0F363-670C-43CF-9DF9-998D707F04C2}" dt="2026-10-03T14:18:41.668" v="0" actId="34807"/>
          <ac:spMkLst>
            <pc:docMk/>
            <pc:sldMk cId="3360465768" sldId="457"/>
            <ac:spMk id="255" creationId="{CCE4DEAA-59A1-E3AB-0CF8-758E11897B65}"/>
          </ac:spMkLst>
        </pc:spChg>
        <pc:spChg chg="add mod">
          <ac:chgData name="" userId="" providerId="" clId="Web-{E6C0F363-670C-43CF-9DF9-998D707F04C2}" dt="2026-10-03T14:18:41.668" v="0" actId="34807"/>
          <ac:spMkLst>
            <pc:docMk/>
            <pc:sldMk cId="3360465768" sldId="457"/>
            <ac:spMk id="278" creationId="{5D93A3FB-3618-470D-233C-B0DCBA1D27DF}"/>
          </ac:spMkLst>
        </pc:spChg>
        <pc:spChg chg="add mod">
          <ac:chgData name="" userId="" providerId="" clId="Web-{E6C0F363-670C-43CF-9DF9-998D707F04C2}" dt="2026-10-03T14:18:41.668" v="0" actId="34807"/>
          <ac:spMkLst>
            <pc:docMk/>
            <pc:sldMk cId="3360465768" sldId="457"/>
            <ac:spMk id="302" creationId="{4992DE4B-9111-FA66-627E-E9C50A7F0A15}"/>
          </ac:spMkLst>
        </pc:spChg>
        <pc:spChg chg="add mod">
          <ac:chgData name="" userId="" providerId="" clId="Web-{E6C0F363-670C-43CF-9DF9-998D707F04C2}" dt="2026-10-03T14:18:41.668" v="0" actId="34807"/>
          <ac:spMkLst>
            <pc:docMk/>
            <pc:sldMk cId="3360465768" sldId="457"/>
            <ac:spMk id="327" creationId="{C6055B2B-EAEA-7A2A-A475-3ABEBDC799C8}"/>
          </ac:spMkLst>
        </pc:spChg>
        <pc:spChg chg="add mod">
          <ac:chgData name="" userId="" providerId="" clId="Web-{E6C0F363-670C-43CF-9DF9-998D707F04C2}" dt="2026-10-03T14:18:41.668" v="0" actId="34807"/>
          <ac:spMkLst>
            <pc:docMk/>
            <pc:sldMk cId="3360465768" sldId="457"/>
            <ac:spMk id="353" creationId="{8111A7B6-AD78-C707-905B-720E7AE76B60}"/>
          </ac:spMkLst>
        </pc:spChg>
        <pc:spChg chg="add mod">
          <ac:chgData name="" userId="" providerId="" clId="Web-{E6C0F363-670C-43CF-9DF9-998D707F04C2}" dt="2026-10-03T14:18:41.668" v="0" actId="34807"/>
          <ac:spMkLst>
            <pc:docMk/>
            <pc:sldMk cId="3360465768" sldId="457"/>
            <ac:spMk id="380" creationId="{B9A3D900-2F4F-3502-2CFD-C01C29CC6667}"/>
          </ac:spMkLst>
        </pc:spChg>
        <pc:spChg chg="add mod">
          <ac:chgData name="" userId="" providerId="" clId="Web-{E6C0F363-670C-43CF-9DF9-998D707F04C2}" dt="2026-10-03T14:18:41.668" v="0" actId="34807"/>
          <ac:spMkLst>
            <pc:docMk/>
            <pc:sldMk cId="3360465768" sldId="457"/>
            <ac:spMk id="467" creationId="{B3C48ECE-20E9-2D67-F43C-7D93FF5DB6F3}"/>
          </ac:spMkLst>
        </pc:spChg>
        <pc:spChg chg="add mod">
          <ac:chgData name="" userId="" providerId="" clId="Web-{E6C0F363-670C-43CF-9DF9-998D707F04C2}" dt="2026-10-03T14:18:41.668" v="0" actId="34807"/>
          <ac:spMkLst>
            <pc:docMk/>
            <pc:sldMk cId="3360465768" sldId="457"/>
            <ac:spMk id="498" creationId="{D8A68700-1335-1D50-4691-EC7F58014541}"/>
          </ac:spMkLst>
        </pc:spChg>
        <pc:spChg chg="add mod">
          <ac:chgData name="" userId="" providerId="" clId="Web-{E6C0F363-670C-43CF-9DF9-998D707F04C2}" dt="2026-10-03T14:18:41.668" v="0" actId="34807"/>
          <ac:spMkLst>
            <pc:docMk/>
            <pc:sldMk cId="3360465768" sldId="457"/>
            <ac:spMk id="597" creationId="{7F5396A4-5CEF-B888-6E23-8003D33E2863}"/>
          </ac:spMkLst>
        </pc:spChg>
        <pc:spChg chg="add mod">
          <ac:chgData name="" userId="" providerId="" clId="Web-{E6C0F363-670C-43CF-9DF9-998D707F04C2}" dt="2026-10-03T14:18:41.668" v="0" actId="34807"/>
          <ac:spMkLst>
            <pc:docMk/>
            <pc:sldMk cId="3360465768" sldId="457"/>
            <ac:spMk id="668" creationId="{6F40D9F3-897D-8150-AC3E-53234E8FF3CF}"/>
          </ac:spMkLst>
        </pc:spChg>
      </pc:sldChg>
      <pc:sldChg chg="addSp modSp modNotesTx">
        <pc:chgData name="" userId="" providerId="" clId="Web-{E6C0F363-670C-43CF-9DF9-998D707F04C2}" dt="2026-10-03T14:18:42.684" v="1" actId="34807"/>
        <pc:sldMkLst>
          <pc:docMk/>
          <pc:sldMk cId="2386789376" sldId="659"/>
        </pc:sldMkLst>
        <pc:spChg chg="add mod">
          <ac:chgData name="" userId="" providerId="" clId="Web-{E6C0F363-670C-43CF-9DF9-998D707F04C2}" dt="2026-10-03T14:18:41.668" v="0" actId="34807"/>
          <ac:spMkLst>
            <pc:docMk/>
            <pc:sldMk cId="2386789376" sldId="659"/>
            <ac:spMk id="905" creationId="{72337D1B-2980-F926-B93C-00BD5CBA5EF6}"/>
          </ac:spMkLst>
        </pc:spChg>
        <pc:spChg chg="add mod">
          <ac:chgData name="" userId="" providerId="" clId="Web-{E6C0F363-670C-43CF-9DF9-998D707F04C2}" dt="2026-10-03T14:18:41.668" v="0" actId="34807"/>
          <ac:spMkLst>
            <pc:docMk/>
            <pc:sldMk cId="2386789376" sldId="659"/>
            <ac:spMk id="992" creationId="{AC19FC25-0325-238D-67AA-0553B7E7BA88}"/>
          </ac:spMkLst>
        </pc:spChg>
        <pc:spChg chg="add mod">
          <ac:chgData name="" userId="" providerId="" clId="Web-{E6C0F363-670C-43CF-9DF9-998D707F04C2}" dt="2026-10-03T14:18:41.668" v="0" actId="34807"/>
          <ac:spMkLst>
            <pc:docMk/>
            <pc:sldMk cId="2386789376" sldId="659"/>
            <ac:spMk id="1178" creationId="{CCFB601B-901B-1A7F-8AA3-57563FC980DA}"/>
          </ac:spMkLst>
        </pc:spChg>
        <pc:spChg chg="add mod">
          <ac:chgData name="" userId="" providerId="" clId="Web-{E6C0F363-670C-43CF-9DF9-998D707F04C2}" dt="2026-10-03T14:18:41.668" v="0" actId="34807"/>
          <ac:spMkLst>
            <pc:docMk/>
            <pc:sldMk cId="2386789376" sldId="659"/>
            <ac:spMk id="1328" creationId="{B7BBCE5D-ADBF-73E1-03E6-988B81621831}"/>
          </ac:spMkLst>
        </pc:spChg>
        <pc:spChg chg="add mod">
          <ac:chgData name="" userId="" providerId="" clId="Web-{E6C0F363-670C-43CF-9DF9-998D707F04C2}" dt="2026-10-03T14:18:41.668" v="0" actId="34807"/>
          <ac:spMkLst>
            <pc:docMk/>
            <pc:sldMk cId="2386789376" sldId="659"/>
            <ac:spMk id="1380" creationId="{570A325D-C0BA-63B2-1188-5FF4C6E47042}"/>
          </ac:spMkLst>
        </pc:spChg>
        <pc:spChg chg="add mod">
          <ac:chgData name="" userId="" providerId="" clId="Web-{E6C0F363-670C-43CF-9DF9-998D707F04C2}" dt="2026-10-03T14:18:41.668" v="0" actId="34807"/>
          <ac:spMkLst>
            <pc:docMk/>
            <pc:sldMk cId="2386789376" sldId="659"/>
            <ac:spMk id="1542" creationId="{A00C1BED-683C-8A7F-16C1-F6C922B92F0E}"/>
          </ac:spMkLst>
        </pc:spChg>
        <pc:spChg chg="add mod">
          <ac:chgData name="" userId="" providerId="" clId="Web-{E6C0F363-670C-43CF-9DF9-998D707F04C2}" dt="2026-10-03T14:18:41.668" v="0" actId="34807"/>
          <ac:spMkLst>
            <pc:docMk/>
            <pc:sldMk cId="2386789376" sldId="659"/>
            <ac:spMk id="1598" creationId="{35FBB7F3-91E0-1E00-DCF4-294EB68E2C61}"/>
          </ac:spMkLst>
        </pc:spChg>
        <pc:spChg chg="add mod">
          <ac:chgData name="" userId="" providerId="" clId="Web-{E6C0F363-670C-43CF-9DF9-998D707F04C2}" dt="2026-10-03T14:18:41.668" v="0" actId="34807"/>
          <ac:spMkLst>
            <pc:docMk/>
            <pc:sldMk cId="2386789376" sldId="659"/>
            <ac:spMk id="1772" creationId="{EF139840-7E8E-3BAD-602C-711598F8EEAF}"/>
          </ac:spMkLst>
        </pc:spChg>
        <pc:spChg chg="add mod">
          <ac:chgData name="" userId="" providerId="" clId="Web-{E6C0F363-670C-43CF-9DF9-998D707F04C2}" dt="2026-10-03T14:18:41.668" v="0" actId="34807"/>
          <ac:spMkLst>
            <pc:docMk/>
            <pc:sldMk cId="2386789376" sldId="659"/>
            <ac:spMk id="1955" creationId="{4BBA54FB-69BC-75FB-0CBB-3BC8B43DFB20}"/>
          </ac:spMkLst>
        </pc:spChg>
        <pc:spChg chg="add mod">
          <ac:chgData name="" userId="" providerId="" clId="Web-{E6C0F363-670C-43CF-9DF9-998D707F04C2}" dt="2026-10-03T14:18:41.668" v="0" actId="34807"/>
          <ac:spMkLst>
            <pc:docMk/>
            <pc:sldMk cId="2386789376" sldId="659"/>
            <ac:spMk id="2018" creationId="{6562D7AC-282D-7B14-7D38-36181F635F5D}"/>
          </ac:spMkLst>
        </pc:spChg>
      </pc:sldChg>
      <pc:sldChg chg="addSp modSp modNotesTx">
        <pc:chgData name="" userId="" providerId="" clId="Web-{E6C0F363-670C-43CF-9DF9-998D707F04C2}" dt="2026-10-03T14:18:43.653" v="2" actId="34807"/>
        <pc:sldMkLst>
          <pc:docMk/>
          <pc:sldMk cId="2949076662" sldId="862"/>
        </pc:sldMkLst>
        <pc:spChg chg="add mod">
          <ac:chgData name="" userId="" providerId="" clId="Web-{E6C0F363-670C-43CF-9DF9-998D707F04C2}" dt="2026-10-03T14:18:41.668" v="0" actId="34807"/>
          <ac:spMkLst>
            <pc:docMk/>
            <pc:sldMk cId="2949076662" sldId="862"/>
            <ac:spMk id="2147" creationId="{21A3DDBE-487F-E9D8-BD93-D983939B58C6}"/>
          </ac:spMkLst>
        </pc:spChg>
        <pc:spChg chg="add mod">
          <ac:chgData name="" userId="" providerId="" clId="Web-{E6C0F363-670C-43CF-9DF9-998D707F04C2}" dt="2026-10-03T14:18:41.668" v="0" actId="34807"/>
          <ac:spMkLst>
            <pc:docMk/>
            <pc:sldMk cId="2949076662" sldId="862"/>
            <ac:spMk id="2280" creationId="{92C45C41-6C8B-4DE2-E676-C2D115F71822}"/>
          </ac:spMkLst>
        </pc:spChg>
        <pc:spChg chg="add mod">
          <ac:chgData name="" userId="" providerId="" clId="Web-{E6C0F363-670C-43CF-9DF9-998D707F04C2}" dt="2026-10-03T14:18:41.668" v="0" actId="34807"/>
          <ac:spMkLst>
            <pc:docMk/>
            <pc:sldMk cId="2949076662" sldId="862"/>
            <ac:spMk id="2417" creationId="{01F147B9-2E24-264A-E1B8-D1674465C908}"/>
          </ac:spMkLst>
        </pc:spChg>
        <pc:spChg chg="add mod">
          <ac:chgData name="" userId="" providerId="" clId="Web-{E6C0F363-670C-43CF-9DF9-998D707F04C2}" dt="2026-10-03T14:18:41.668" v="0" actId="34807"/>
          <ac:spMkLst>
            <pc:docMk/>
            <pc:sldMk cId="2949076662" sldId="862"/>
            <ac:spMk id="2558" creationId="{350D1945-22C1-1C1C-C680-2E3A6F2B98B6}"/>
          </ac:spMkLst>
        </pc:spChg>
        <pc:spChg chg="add mod">
          <ac:chgData name="" userId="" providerId="" clId="Web-{E6C0F363-670C-43CF-9DF9-998D707F04C2}" dt="2026-10-03T14:18:41.668" v="0" actId="34807"/>
          <ac:spMkLst>
            <pc:docMk/>
            <pc:sldMk cId="2949076662" sldId="862"/>
            <ac:spMk id="2703" creationId="{D3CBDA27-CB58-3F4F-2C3B-B07CE0853E06}"/>
          </ac:spMkLst>
        </pc:spChg>
        <pc:spChg chg="add mod">
          <ac:chgData name="" userId="" providerId="" clId="Web-{E6C0F363-670C-43CF-9DF9-998D707F04C2}" dt="2026-10-03T14:18:41.668" v="0" actId="34807"/>
          <ac:spMkLst>
            <pc:docMk/>
            <pc:sldMk cId="2949076662" sldId="862"/>
            <ac:spMk id="2777" creationId="{6936D269-8DF5-B981-9546-A227EE0D4329}"/>
          </ac:spMkLst>
        </pc:spChg>
        <pc:spChg chg="add mod">
          <ac:chgData name="" userId="" providerId="" clId="Web-{E6C0F363-670C-43CF-9DF9-998D707F04C2}" dt="2026-10-03T14:18:41.668" v="0" actId="34807"/>
          <ac:spMkLst>
            <pc:docMk/>
            <pc:sldMk cId="2949076662" sldId="862"/>
            <ac:spMk id="2928" creationId="{D43FF8D7-2A02-63D0-B1F5-A0A272156198}"/>
          </ac:spMkLst>
        </pc:spChg>
        <pc:spChg chg="add mod">
          <ac:chgData name="" userId="" providerId="" clId="Web-{E6C0F363-670C-43CF-9DF9-998D707F04C2}" dt="2026-10-03T14:18:41.668" v="0" actId="34807"/>
          <ac:spMkLst>
            <pc:docMk/>
            <pc:sldMk cId="2949076662" sldId="862"/>
            <ac:spMk id="3005" creationId="{789421DE-0FD9-5F53-3094-7AAA2542AC24}"/>
          </ac:spMkLst>
        </pc:spChg>
        <pc:spChg chg="add mod">
          <ac:chgData name="" userId="" providerId="" clId="Web-{E6C0F363-670C-43CF-9DF9-998D707F04C2}" dt="2026-10-03T14:18:41.668" v="0" actId="34807"/>
          <ac:spMkLst>
            <pc:docMk/>
            <pc:sldMk cId="2949076662" sldId="862"/>
            <ac:spMk id="3323" creationId="{F347BD62-DB20-5AE5-810A-870BAE6AEA8F}"/>
          </ac:spMkLst>
        </pc:spChg>
        <pc:spChg chg="mod">
          <ac:chgData name="" userId="" providerId="" clId="Web-{E6C0F363-670C-43CF-9DF9-998D707F04C2}" dt="2026-10-03T14:18:43.653" v="2" actId="34807"/>
          <ac:spMkLst>
            <pc:docMk/>
            <pc:sldMk cId="2949076662" sldId="862"/>
            <ac:spMk id="3405" creationId="{9CD16BEE-0B62-9CF8-2AAA-D49EB79EE6B7}"/>
          </ac:spMkLst>
        </pc:spChg>
        <pc:spChg chg="mod">
          <ac:chgData name="" userId="" providerId="" clId="Web-{E6C0F363-670C-43CF-9DF9-998D707F04C2}" dt="2026-10-03T14:18:43.653" v="2" actId="34807"/>
          <ac:spMkLst>
            <pc:docMk/>
            <pc:sldMk cId="2949076662" sldId="862"/>
            <ac:spMk id="3488" creationId="{68DAC3D5-5C19-3E71-26C8-931CE00BE095}"/>
          </ac:spMkLst>
        </pc:spChg>
        <pc:spChg chg="add mod">
          <ac:chgData name="" userId="" providerId="" clId="Web-{E6C0F363-670C-43CF-9DF9-998D707F04C2}" dt="2026-10-03T14:18:43.653" v="2" actId="34807"/>
          <ac:spMkLst>
            <pc:docMk/>
            <pc:sldMk cId="2949076662" sldId="862"/>
            <ac:spMk id="3572" creationId="{B52032BE-051E-1523-38AC-7A5B7CA095BA}"/>
          </ac:spMkLst>
        </pc:spChg>
      </pc:sldChg>
      <pc:sldChg chg="addSp delSp modSp modNotesTx">
        <pc:chgData name="" userId="" providerId="" clId="Web-{E6C0F363-670C-43CF-9DF9-998D707F04C2}" dt="2026-10-03T14:23:19.310" v="12" actId="34807"/>
        <pc:sldMkLst>
          <pc:docMk/>
          <pc:sldMk cId="775438116" sldId="1066"/>
        </pc:sldMkLst>
        <pc:spChg chg="add mod">
          <ac:chgData name="" userId="" providerId="" clId="Web-{E6C0F363-670C-43CF-9DF9-998D707F04C2}" dt="2026-10-03T14:18:55.325" v="3" actId="34807"/>
          <ac:spMkLst>
            <pc:docMk/>
            <pc:sldMk cId="775438116" sldId="1066"/>
            <ac:spMk id="3831" creationId="{0B2EEC34-E242-2203-ECAB-B4D83AD74DDD}"/>
          </ac:spMkLst>
        </pc:spChg>
        <pc:spChg chg="add del mod">
          <ac:chgData name="" userId="" providerId="" clId="Web-{E6C0F363-670C-43CF-9DF9-998D707F04C2}" dt="2026-10-03T14:23:19.310" v="12" actId="34807"/>
          <ac:spMkLst>
            <pc:docMk/>
            <pc:sldMk cId="775438116" sldId="1066"/>
            <ac:spMk id="3848" creationId="{B1A93877-1EC9-0225-0F9F-8FF9DFBC816B}"/>
          </ac:spMkLst>
        </pc:spChg>
        <pc:spChg chg="add del mod">
          <ac:chgData name="" userId="" providerId="" clId="Web-{E6C0F363-670C-43CF-9DF9-998D707F04C2}" dt="2026-10-03T14:23:19.310" v="12" actId="34807"/>
          <ac:spMkLst>
            <pc:docMk/>
            <pc:sldMk cId="775438116" sldId="1066"/>
            <ac:spMk id="3855" creationId="{56994266-A1B4-ECAB-60CF-6367CE010890}"/>
          </ac:spMkLst>
        </pc:spChg>
        <pc:spChg chg="add del mod">
          <ac:chgData name="" userId="" providerId="" clId="Web-{E6C0F363-670C-43CF-9DF9-998D707F04C2}" dt="2026-10-03T14:23:19.310" v="12" actId="34807"/>
          <ac:spMkLst>
            <pc:docMk/>
            <pc:sldMk cId="775438116" sldId="1066"/>
            <ac:spMk id="3863" creationId="{0FE7AFF1-4FA0-C20E-5D1D-DAB66A13FC0E}"/>
          </ac:spMkLst>
        </pc:spChg>
        <pc:spChg chg="add del mod">
          <ac:chgData name="" userId="" providerId="" clId="Web-{E6C0F363-670C-43CF-9DF9-998D707F04C2}" dt="2026-10-03T14:23:19.310" v="12" actId="34807"/>
          <ac:spMkLst>
            <pc:docMk/>
            <pc:sldMk cId="775438116" sldId="1066"/>
            <ac:spMk id="3872" creationId="{D01690BD-E80D-8EE0-F2D3-B5B24176CDF5}"/>
          </ac:spMkLst>
        </pc:spChg>
        <pc:spChg chg="mod">
          <ac:chgData name="" userId="" providerId="" clId="Web-{E6C0F363-670C-43CF-9DF9-998D707F04C2}" dt="2026-10-03T14:18:57.403" v="5" actId="34807"/>
          <ac:spMkLst>
            <pc:docMk/>
            <pc:sldMk cId="775438116" sldId="1066"/>
            <ac:spMk id="3882" creationId="{8DA483CD-DF6C-E706-1A56-CE2FDAC3AAC2}"/>
          </ac:spMkLst>
        </pc:spChg>
        <pc:spChg chg="mod">
          <ac:chgData name="" userId="" providerId="" clId="Web-{E6C0F363-670C-43CF-9DF9-998D707F04C2}" dt="2026-10-03T14:18:57.403" v="5" actId="34807"/>
          <ac:spMkLst>
            <pc:docMk/>
            <pc:sldMk cId="775438116" sldId="1066"/>
            <ac:spMk id="3905" creationId="{AB6E8FC3-AC32-3DA9-4162-8A1D2C254B5D}"/>
          </ac:spMkLst>
        </pc:spChg>
        <pc:spChg chg="add del mod">
          <ac:chgData name="" userId="" providerId="" clId="Web-{E6C0F363-670C-43CF-9DF9-998D707F04C2}" dt="2026-10-03T14:23:19.310" v="12" actId="34807"/>
          <ac:spMkLst>
            <pc:docMk/>
            <pc:sldMk cId="775438116" sldId="1066"/>
            <ac:spMk id="3918" creationId="{9C9BDCB0-8FF0-ABDF-8563-6641D0DA6DDE}"/>
          </ac:spMkLst>
        </pc:spChg>
        <pc:spChg chg="mod">
          <ac:chgData name="" userId="" providerId="" clId="Web-{E6C0F363-670C-43CF-9DF9-998D707F04C2}" dt="2026-10-03T14:18:57.403" v="5" actId="34807"/>
          <ac:spMkLst>
            <pc:docMk/>
            <pc:sldMk cId="775438116" sldId="1066"/>
            <ac:spMk id="3932" creationId="{11D3C4E8-8BAF-36ED-7BE9-AA8EB4207237}"/>
          </ac:spMkLst>
        </pc:spChg>
        <pc:spChg chg="add del mod">
          <ac:chgData name="" userId="" providerId="" clId="Web-{E6C0F363-670C-43CF-9DF9-998D707F04C2}" dt="2026-10-03T14:23:19.310" v="12" actId="34807"/>
          <ac:spMkLst>
            <pc:docMk/>
            <pc:sldMk cId="775438116" sldId="1066"/>
            <ac:spMk id="3947" creationId="{1346DE8E-1341-6A0F-D9E9-E33D4ACD6E94}"/>
          </ac:spMkLst>
        </pc:spChg>
        <pc:spChg chg="mod">
          <ac:chgData name="" userId="" providerId="" clId="Web-{E6C0F363-670C-43CF-9DF9-998D707F04C2}" dt="2026-10-03T14:18:57.403" v="5" actId="34807"/>
          <ac:spMkLst>
            <pc:docMk/>
            <pc:sldMk cId="775438116" sldId="1066"/>
            <ac:spMk id="3963" creationId="{77ACDE65-1A1A-3D84-7F07-1AE3BA348253}"/>
          </ac:spMkLst>
        </pc:spChg>
        <pc:spChg chg="add del mod">
          <ac:chgData name="" userId="" providerId="" clId="Web-{E6C0F363-670C-43CF-9DF9-998D707F04C2}" dt="2026-10-03T14:23:19.310" v="12" actId="34807"/>
          <ac:spMkLst>
            <pc:docMk/>
            <pc:sldMk cId="775438116" sldId="1066"/>
            <ac:spMk id="3980" creationId="{7B528FD1-C307-4EFB-BCFB-A6FEB18D81F2}"/>
          </ac:spMkLst>
        </pc:spChg>
        <pc:spChg chg="del mod">
          <ac:chgData name="" userId="" providerId="" clId="Web-{E6C0F363-670C-43CF-9DF9-998D707F04C2}" dt="2026-10-03T14:23:19.310" v="12" actId="34807"/>
          <ac:spMkLst>
            <pc:docMk/>
            <pc:sldMk cId="775438116" sldId="1066"/>
            <ac:spMk id="3998" creationId="{066196C8-69E8-1C4F-EFDB-F2A38B7B0FF3}"/>
          </ac:spMkLst>
        </pc:spChg>
        <pc:spChg chg="add del mod">
          <ac:chgData name="" userId="" providerId="" clId="Web-{E6C0F363-670C-43CF-9DF9-998D707F04C2}" dt="2026-10-03T14:23:19.310" v="12" actId="34807"/>
          <ac:spMkLst>
            <pc:docMk/>
            <pc:sldMk cId="775438116" sldId="1066"/>
            <ac:spMk id="4017" creationId="{B52861F1-A870-E5B0-C3A4-5248E5A6EB0F}"/>
          </ac:spMkLst>
        </pc:spChg>
        <pc:spChg chg="add del mod">
          <ac:chgData name="" userId="" providerId="" clId="Web-{E6C0F363-670C-43CF-9DF9-998D707F04C2}" dt="2026-10-03T14:23:19.310" v="12" actId="34807"/>
          <ac:spMkLst>
            <pc:docMk/>
            <pc:sldMk cId="775438116" sldId="1066"/>
            <ac:spMk id="4037" creationId="{A4564C36-D8F1-AE67-D012-3E4F847B8AED}"/>
          </ac:spMkLst>
        </pc:spChg>
        <pc:spChg chg="mod">
          <ac:chgData name="" userId="" providerId="" clId="Web-{E6C0F363-670C-43CF-9DF9-998D707F04C2}" dt="2026-10-03T14:18:57.403" v="5" actId="34807"/>
          <ac:spMkLst>
            <pc:docMk/>
            <pc:sldMk cId="775438116" sldId="1066"/>
            <ac:spMk id="4058" creationId="{BD03AB51-6890-73A5-42DE-2B21E4C34086}"/>
          </ac:spMkLst>
        </pc:spChg>
        <pc:spChg chg="add mod">
          <ac:chgData name="" userId="" providerId="" clId="Web-{E6C0F363-670C-43CF-9DF9-998D707F04C2}" dt="2026-10-03T14:23:18.185" v="11" actId="34807"/>
          <ac:spMkLst>
            <pc:docMk/>
            <pc:sldMk cId="775438116" sldId="1066"/>
            <ac:spMk id="16558" creationId="{0E5BC8C1-8C88-8205-28C4-7B515333A56E}"/>
          </ac:spMkLst>
        </pc:spChg>
        <pc:spChg chg="add mod">
          <ac:chgData name="" userId="" providerId="" clId="Web-{E6C0F363-670C-43CF-9DF9-998D707F04C2}" dt="2026-10-03T14:23:18.185" v="11" actId="34807"/>
          <ac:spMkLst>
            <pc:docMk/>
            <pc:sldMk cId="775438116" sldId="1066"/>
            <ac:spMk id="16565" creationId="{5EFD2E3B-5562-DF97-8286-166A9F1FD6AA}"/>
          </ac:spMkLst>
        </pc:spChg>
        <pc:spChg chg="add mod">
          <ac:chgData name="" userId="" providerId="" clId="Web-{E6C0F363-670C-43CF-9DF9-998D707F04C2}" dt="2026-10-03T14:23:18.185" v="11" actId="34807"/>
          <ac:spMkLst>
            <pc:docMk/>
            <pc:sldMk cId="775438116" sldId="1066"/>
            <ac:spMk id="16576" creationId="{EBB2EC30-C57B-B3BD-9F98-7C24AFA3F7AE}"/>
          </ac:spMkLst>
        </pc:spChg>
        <pc:spChg chg="add mod">
          <ac:chgData name="" userId="" providerId="" clId="Web-{E6C0F363-670C-43CF-9DF9-998D707F04C2}" dt="2026-10-03T14:23:18.185" v="11" actId="34807"/>
          <ac:spMkLst>
            <pc:docMk/>
            <pc:sldMk cId="775438116" sldId="1066"/>
            <ac:spMk id="16583" creationId="{81A47F2F-BAB7-1679-5D4F-4383A3EA7A64}"/>
          </ac:spMkLst>
        </pc:spChg>
        <pc:spChg chg="add mod">
          <ac:chgData name="" userId="" providerId="" clId="Web-{E6C0F363-670C-43CF-9DF9-998D707F04C2}" dt="2026-10-03T14:23:18.185" v="11" actId="34807"/>
          <ac:spMkLst>
            <pc:docMk/>
            <pc:sldMk cId="775438116" sldId="1066"/>
            <ac:spMk id="16621" creationId="{FC67299F-CE52-4D6D-6DB4-CBAF379E6196}"/>
          </ac:spMkLst>
        </pc:spChg>
        <pc:spChg chg="add mod">
          <ac:chgData name="" userId="" providerId="" clId="Web-{E6C0F363-670C-43CF-9DF9-998D707F04C2}" dt="2026-10-03T14:23:18.185" v="11" actId="34807"/>
          <ac:spMkLst>
            <pc:docMk/>
            <pc:sldMk cId="775438116" sldId="1066"/>
            <ac:spMk id="16646" creationId="{C18CAE53-CDBB-16C0-AA5A-73CF740D15CB}"/>
          </ac:spMkLst>
        </pc:spChg>
        <pc:spChg chg="add mod">
          <ac:chgData name="" userId="" providerId="" clId="Web-{E6C0F363-670C-43CF-9DF9-998D707F04C2}" dt="2026-10-03T14:23:18.185" v="11" actId="34807"/>
          <ac:spMkLst>
            <pc:docMk/>
            <pc:sldMk cId="775438116" sldId="1066"/>
            <ac:spMk id="16675" creationId="{87C894E4-A39E-C4F2-407B-50B3638C695E}"/>
          </ac:spMkLst>
        </pc:spChg>
        <pc:spChg chg="add mod">
          <ac:chgData name="" userId="" providerId="" clId="Web-{E6C0F363-670C-43CF-9DF9-998D707F04C2}" dt="2026-10-03T14:23:18.185" v="11" actId="34807"/>
          <ac:spMkLst>
            <pc:docMk/>
            <pc:sldMk cId="775438116" sldId="1066"/>
            <ac:spMk id="16691" creationId="{7155D1CC-DA46-9A62-C0F4-9CB7532630DC}"/>
          </ac:spMkLst>
        </pc:spChg>
        <pc:spChg chg="add mod">
          <ac:chgData name="" userId="" providerId="" clId="Web-{E6C0F363-670C-43CF-9DF9-998D707F04C2}" dt="2026-10-03T14:23:18.185" v="11" actId="34807"/>
          <ac:spMkLst>
            <pc:docMk/>
            <pc:sldMk cId="775438116" sldId="1066"/>
            <ac:spMk id="16765" creationId="{69FB8E00-97AC-9A7A-0B28-FC0914AF59DA}"/>
          </ac:spMkLst>
        </pc:spChg>
        <pc:spChg chg="add mod">
          <ac:chgData name="" userId="" providerId="" clId="Web-{E6C0F363-670C-43CF-9DF9-998D707F04C2}" dt="2026-10-03T14:23:18.185" v="11" actId="34807"/>
          <ac:spMkLst>
            <pc:docMk/>
            <pc:sldMk cId="775438116" sldId="1066"/>
            <ac:spMk id="16786" creationId="{2F59F1F3-875F-CD9D-07C8-C5DAF80060F3}"/>
          </ac:spMkLst>
        </pc:spChg>
        <pc:graphicFrameChg chg="mod">
          <ac:chgData name="" userId="" providerId="" clId="Web-{E6C0F363-670C-43CF-9DF9-998D707F04C2}" dt="2026-10-03T14:20:11.544" v="9" actId="34807"/>
          <ac:graphicFrameMkLst>
            <pc:docMk/>
            <pc:sldMk cId="775438116" sldId="1066"/>
            <ac:graphicFrameMk id="24" creationId="{77B118E9-A718-4DC7-AC3D-E0A23CA07FA8}"/>
          </ac:graphicFrameMkLst>
        </pc:graphicFrameChg>
      </pc:sldChg>
      <pc:sldChg chg="addSp delSp modSp modNotesTx">
        <pc:chgData name="" userId="" providerId="" clId="Web-{E6C0F363-670C-43CF-9DF9-998D707F04C2}" dt="2026-10-03T14:23:20.247" v="13" actId="34807"/>
        <pc:sldMkLst>
          <pc:docMk/>
          <pc:sldMk cId="1986816051" sldId="1271"/>
        </pc:sldMkLst>
        <pc:spChg chg="add mod">
          <ac:chgData name="" userId="" providerId="" clId="Web-{E6C0F363-670C-43CF-9DF9-998D707F04C2}" dt="2026-10-03T14:18:55.325" v="3" actId="34807"/>
          <ac:spMkLst>
            <pc:docMk/>
            <pc:sldMk cId="1986816051" sldId="1271"/>
            <ac:spMk id="4103" creationId="{EB195129-6307-2635-A8E9-48709CF34902}"/>
          </ac:spMkLst>
        </pc:spChg>
        <pc:spChg chg="add mod">
          <ac:chgData name="" userId="" providerId="" clId="Web-{E6C0F363-670C-43CF-9DF9-998D707F04C2}" dt="2026-10-03T14:18:55.325" v="3" actId="34807"/>
          <ac:spMkLst>
            <pc:docMk/>
            <pc:sldMk cId="1986816051" sldId="1271"/>
            <ac:spMk id="4127" creationId="{7AF18423-CD53-918E-BC4A-7FADEF3AB836}"/>
          </ac:spMkLst>
        </pc:spChg>
        <pc:spChg chg="add mod">
          <ac:chgData name="" userId="" providerId="" clId="Web-{E6C0F363-670C-43CF-9DF9-998D707F04C2}" dt="2026-10-03T14:18:55.325" v="3" actId="34807"/>
          <ac:spMkLst>
            <pc:docMk/>
            <pc:sldMk cId="1986816051" sldId="1271"/>
            <ac:spMk id="4152" creationId="{C16830EF-182E-94A1-382B-DFAFF5B8F9B8}"/>
          </ac:spMkLst>
        </pc:spChg>
        <pc:spChg chg="add mod">
          <ac:chgData name="" userId="" providerId="" clId="Web-{E6C0F363-670C-43CF-9DF9-998D707F04C2}" dt="2026-10-03T14:18:55.325" v="3" actId="34807"/>
          <ac:spMkLst>
            <pc:docMk/>
            <pc:sldMk cId="1986816051" sldId="1271"/>
            <ac:spMk id="4178" creationId="{0BE455E2-119A-F981-5671-CFBB844C40B8}"/>
          </ac:spMkLst>
        </pc:spChg>
        <pc:spChg chg="add mod">
          <ac:chgData name="" userId="" providerId="" clId="Web-{E6C0F363-670C-43CF-9DF9-998D707F04C2}" dt="2026-10-03T14:18:55.325" v="3" actId="34807"/>
          <ac:spMkLst>
            <pc:docMk/>
            <pc:sldMk cId="1986816051" sldId="1271"/>
            <ac:spMk id="4205" creationId="{F812CEB2-E313-2ADB-04D0-9D23BACB5246}"/>
          </ac:spMkLst>
        </pc:spChg>
        <pc:spChg chg="add mod">
          <ac:chgData name="" userId="" providerId="" clId="Web-{E6C0F363-670C-43CF-9DF9-998D707F04C2}" dt="2026-10-03T14:18:55.325" v="3" actId="34807"/>
          <ac:spMkLst>
            <pc:docMk/>
            <pc:sldMk cId="1986816051" sldId="1271"/>
            <ac:spMk id="4233" creationId="{2A5BB69C-DC68-3BA6-0B84-EEA733CBDC6E}"/>
          </ac:spMkLst>
        </pc:spChg>
        <pc:spChg chg="add mod">
          <ac:chgData name="" userId="" providerId="" clId="Web-{E6C0F363-670C-43CF-9DF9-998D707F04C2}" dt="2026-10-03T14:18:55.325" v="3" actId="34807"/>
          <ac:spMkLst>
            <pc:docMk/>
            <pc:sldMk cId="1986816051" sldId="1271"/>
            <ac:spMk id="4262" creationId="{4D619E11-498D-28F1-E0F6-73D3CB943975}"/>
          </ac:spMkLst>
        </pc:spChg>
        <pc:spChg chg="add mod">
          <ac:chgData name="" userId="" providerId="" clId="Web-{E6C0F363-670C-43CF-9DF9-998D707F04C2}" dt="2026-10-03T14:18:55.325" v="3" actId="34807"/>
          <ac:spMkLst>
            <pc:docMk/>
            <pc:sldMk cId="1986816051" sldId="1271"/>
            <ac:spMk id="4292" creationId="{1AB06F05-86F4-4821-43B7-9CC2912852BC}"/>
          </ac:spMkLst>
        </pc:spChg>
        <pc:spChg chg="add del mod">
          <ac:chgData name="" userId="" providerId="" clId="Web-{E6C0F363-670C-43CF-9DF9-998D707F04C2}" dt="2026-10-03T14:23:19.310" v="12" actId="34807"/>
          <ac:spMkLst>
            <pc:docMk/>
            <pc:sldMk cId="1986816051" sldId="1271"/>
            <ac:spMk id="4324" creationId="{6FF11DEA-0519-FEB1-18BE-350768FA8249}"/>
          </ac:spMkLst>
        </pc:spChg>
        <pc:spChg chg="add mod">
          <ac:chgData name="" userId="" providerId="" clId="Web-{E6C0F363-670C-43CF-9DF9-998D707F04C2}" dt="2026-10-03T14:18:55.325" v="3" actId="34807"/>
          <ac:spMkLst>
            <pc:docMk/>
            <pc:sldMk cId="1986816051" sldId="1271"/>
            <ac:spMk id="4357" creationId="{A0DDC13B-9AB2-37E1-EFCE-442AB6C9A9D1}"/>
          </ac:spMkLst>
        </pc:spChg>
        <pc:spChg chg="mod">
          <ac:chgData name="" userId="" providerId="" clId="Web-{E6C0F363-670C-43CF-9DF9-998D707F04C2}" dt="2026-10-03T14:23:20.247" v="13" actId="34807"/>
          <ac:spMkLst>
            <pc:docMk/>
            <pc:sldMk cId="1986816051" sldId="1271"/>
            <ac:spMk id="16831" creationId="{F49FB6A1-190D-4E79-C087-451371F521EB}"/>
          </ac:spMkLst>
        </pc:spChg>
        <pc:spChg chg="add mod">
          <ac:chgData name="" userId="" providerId="" clId="Web-{E6C0F363-670C-43CF-9DF9-998D707F04C2}" dt="2026-10-03T14:23:20.247" v="13" actId="34807"/>
          <ac:spMkLst>
            <pc:docMk/>
            <pc:sldMk cId="1986816051" sldId="1271"/>
            <ac:spMk id="16855" creationId="{2610282A-8FF6-4995-20B8-3EAC23EB8FC1}"/>
          </ac:spMkLst>
        </pc:spChg>
        <pc:spChg chg="add mod">
          <ac:chgData name="" userId="" providerId="" clId="Web-{E6C0F363-670C-43CF-9DF9-998D707F04C2}" dt="2026-10-03T14:23:20.247" v="13" actId="34807"/>
          <ac:spMkLst>
            <pc:docMk/>
            <pc:sldMk cId="1986816051" sldId="1271"/>
            <ac:spMk id="16906" creationId="{6A8EF1A7-D8C3-D327-AF4D-8A8467DBB6FC}"/>
          </ac:spMkLst>
        </pc:spChg>
        <pc:spChg chg="add mod">
          <ac:chgData name="" userId="" providerId="" clId="Web-{E6C0F363-670C-43CF-9DF9-998D707F04C2}" dt="2026-10-03T14:23:20.247" v="13" actId="34807"/>
          <ac:spMkLst>
            <pc:docMk/>
            <pc:sldMk cId="1986816051" sldId="1271"/>
            <ac:spMk id="16933" creationId="{F7D2A412-0F3A-2C46-6C6D-DA68F7CE16EB}"/>
          </ac:spMkLst>
        </pc:spChg>
        <pc:spChg chg="add mod">
          <ac:chgData name="" userId="" providerId="" clId="Web-{E6C0F363-670C-43CF-9DF9-998D707F04C2}" dt="2026-10-03T14:23:18.185" v="11" actId="34807"/>
          <ac:spMkLst>
            <pc:docMk/>
            <pc:sldMk cId="1986816051" sldId="1271"/>
            <ac:spMk id="16961" creationId="{E83499AE-540E-D778-0E74-E73CBA6B7DDE}"/>
          </ac:spMkLst>
        </pc:spChg>
        <pc:spChg chg="mod">
          <ac:chgData name="" userId="" providerId="" clId="Web-{E6C0F363-670C-43CF-9DF9-998D707F04C2}" dt="2026-10-03T14:23:20.247" v="13" actId="34807"/>
          <ac:spMkLst>
            <pc:docMk/>
            <pc:sldMk cId="1986816051" sldId="1271"/>
            <ac:spMk id="16990" creationId="{8ADD908D-B1A0-A41A-A361-1EA4660B369A}"/>
          </ac:spMkLst>
        </pc:spChg>
        <pc:spChg chg="add mod">
          <ac:chgData name="" userId="" providerId="" clId="Web-{E6C0F363-670C-43CF-9DF9-998D707F04C2}" dt="2026-10-03T14:23:20.247" v="13" actId="34807"/>
          <ac:spMkLst>
            <pc:docMk/>
            <pc:sldMk cId="1986816051" sldId="1271"/>
            <ac:spMk id="17020" creationId="{72627FAD-79A2-C900-1084-7A0B824BB238}"/>
          </ac:spMkLst>
        </pc:spChg>
        <pc:spChg chg="add mod">
          <ac:chgData name="" userId="" providerId="" clId="Web-{E6C0F363-670C-43CF-9DF9-998D707F04C2}" dt="2026-10-03T14:23:18.185" v="11" actId="34807"/>
          <ac:spMkLst>
            <pc:docMk/>
            <pc:sldMk cId="1986816051" sldId="1271"/>
            <ac:spMk id="17051" creationId="{9BC99BD4-F246-9946-1AEE-31169FF0A773}"/>
          </ac:spMkLst>
        </pc:spChg>
        <pc:spChg chg="add mod">
          <ac:chgData name="" userId="" providerId="" clId="Web-{E6C0F363-670C-43CF-9DF9-998D707F04C2}" dt="2026-10-03T14:23:20.247" v="13" actId="34807"/>
          <ac:spMkLst>
            <pc:docMk/>
            <pc:sldMk cId="1986816051" sldId="1271"/>
            <ac:spMk id="17083" creationId="{77B08109-D4D4-CB6D-7598-DBA8177158F1}"/>
          </ac:spMkLst>
        </pc:spChg>
        <pc:spChg chg="mod">
          <ac:chgData name="" userId="" providerId="" clId="Web-{E6C0F363-670C-43CF-9DF9-998D707F04C2}" dt="2026-10-03T14:23:20.247" v="13" actId="34807"/>
          <ac:spMkLst>
            <pc:docMk/>
            <pc:sldMk cId="1986816051" sldId="1271"/>
            <ac:spMk id="17116" creationId="{3E7EB6E3-ABF1-325A-4967-CB48A4B79240}"/>
          </ac:spMkLst>
        </pc:spChg>
        <pc:spChg chg="add mod">
          <ac:chgData name="" userId="" providerId="" clId="Web-{E6C0F363-670C-43CF-9DF9-998D707F04C2}" dt="2026-10-03T14:23:18.185" v="11" actId="34807"/>
          <ac:spMkLst>
            <pc:docMk/>
            <pc:sldMk cId="1986816051" sldId="1271"/>
            <ac:spMk id="17150" creationId="{3BB6E78D-5734-F8EB-F83B-2BB3DE9E2559}"/>
          </ac:spMkLst>
        </pc:spChg>
        <pc:spChg chg="add mod">
          <ac:chgData name="" userId="" providerId="" clId="Web-{E6C0F363-670C-43CF-9DF9-998D707F04C2}" dt="2026-10-03T14:23:20.247" v="13" actId="34807"/>
          <ac:spMkLst>
            <pc:docMk/>
            <pc:sldMk cId="1986816051" sldId="1271"/>
            <ac:spMk id="17185" creationId="{B51C12C3-C2F5-AF33-FA75-C5789B228BE0}"/>
          </ac:spMkLst>
        </pc:spChg>
        <pc:spChg chg="add mod">
          <ac:chgData name="" userId="" providerId="" clId="Web-{E6C0F363-670C-43CF-9DF9-998D707F04C2}" dt="2026-10-03T14:23:18.185" v="11" actId="34807"/>
          <ac:spMkLst>
            <pc:docMk/>
            <pc:sldMk cId="1986816051" sldId="1271"/>
            <ac:spMk id="17221" creationId="{75BEB74F-6545-CDFA-B1D3-4E3B2CCE984A}"/>
          </ac:spMkLst>
        </pc:spChg>
        <pc:graphicFrameChg chg="add mod">
          <ac:chgData name="" userId="" providerId="" clId="Web-{E6C0F363-670C-43CF-9DF9-998D707F04C2}" dt="2026-10-03T14:20:11.544" v="9" actId="34807"/>
          <ac:graphicFrameMkLst>
            <pc:docMk/>
            <pc:sldMk cId="1986816051" sldId="1271"/>
            <ac:graphicFrameMk id="2" creationId="{FF320A0C-0ADD-F925-B87A-09A31F23A2BC}"/>
          </ac:graphicFrameMkLst>
        </pc:graphicFrameChg>
        <pc:graphicFrameChg chg="del mod">
          <ac:chgData name="" userId="" providerId="" clId="Web-{E6C0F363-670C-43CF-9DF9-998D707F04C2}" dt="2026-10-03T14:23:19.310" v="12" actId="34807"/>
          <ac:graphicFrameMkLst>
            <pc:docMk/>
            <pc:sldMk cId="1986816051" sldId="1271"/>
            <ac:graphicFrameMk id="13" creationId="{D7D81B24-157F-491D-8293-2722AE089B3C}"/>
          </ac:graphicFrameMkLst>
        </pc:graphicFrameChg>
      </pc:sldChg>
      <pc:sldChg chg="addSp modSp modNotesTx">
        <pc:chgData name="" userId="" providerId="" clId="Web-{E6C0F363-670C-43CF-9DF9-998D707F04C2}" dt="2026-10-03T14:18:57.403" v="5" actId="34807"/>
        <pc:sldMkLst>
          <pc:docMk/>
          <pc:sldMk cId="984391309" sldId="1477"/>
        </pc:sldMkLst>
        <pc:spChg chg="add mod">
          <ac:chgData name="" userId="" providerId="" clId="Web-{E6C0F363-670C-43CF-9DF9-998D707F04C2}" dt="2026-10-03T14:18:55.325" v="3" actId="34807"/>
          <ac:spMkLst>
            <pc:docMk/>
            <pc:sldMk cId="984391309" sldId="1477"/>
            <ac:spMk id="4462" creationId="{5A7B208B-FB72-4227-9EAC-61344FACF588}"/>
          </ac:spMkLst>
        </pc:spChg>
        <pc:spChg chg="add mod">
          <ac:chgData name="" userId="" providerId="" clId="Web-{E6C0F363-670C-43CF-9DF9-998D707F04C2}" dt="2026-10-03T14:18:55.325" v="3" actId="34807"/>
          <ac:spMkLst>
            <pc:docMk/>
            <pc:sldMk cId="984391309" sldId="1477"/>
            <ac:spMk id="4972" creationId="{3857A49B-E028-240E-E514-AFF133933152}"/>
          </ac:spMkLst>
        </pc:spChg>
        <pc:spChg chg="add mod">
          <ac:chgData name="" userId="" providerId="" clId="Web-{E6C0F363-670C-43CF-9DF9-998D707F04C2}" dt="2026-10-03T14:18:57.403" v="5" actId="34807"/>
          <ac:spMkLst>
            <pc:docMk/>
            <pc:sldMk cId="984391309" sldId="1477"/>
            <ac:spMk id="5071" creationId="{B6C7A62B-CED2-F332-88D7-62EC13276A98}"/>
          </ac:spMkLst>
        </pc:spChg>
        <pc:spChg chg="add mod">
          <ac:chgData name="" userId="" providerId="" clId="Web-{E6C0F363-670C-43CF-9DF9-998D707F04C2}" dt="2026-10-03T14:18:55.325" v="3" actId="34807"/>
          <ac:spMkLst>
            <pc:docMk/>
            <pc:sldMk cId="984391309" sldId="1477"/>
            <ac:spMk id="5122" creationId="{29ECBB8A-47D0-8579-00F7-3DD0D33AC845}"/>
          </ac:spMkLst>
        </pc:spChg>
        <pc:spChg chg="add mod">
          <ac:chgData name="" userId="" providerId="" clId="Web-{E6C0F363-670C-43CF-9DF9-998D707F04C2}" dt="2026-10-03T14:18:57.403" v="5" actId="34807"/>
          <ac:spMkLst>
            <pc:docMk/>
            <pc:sldMk cId="984391309" sldId="1477"/>
            <ac:spMk id="5174" creationId="{96F2C4D1-79CA-C255-AC5B-8E0A089D039D}"/>
          </ac:spMkLst>
        </pc:spChg>
        <pc:spChg chg="add mod">
          <ac:chgData name="" userId="" providerId="" clId="Web-{E6C0F363-670C-43CF-9DF9-998D707F04C2}" dt="2026-10-03T14:18:55.325" v="3" actId="34807"/>
          <ac:spMkLst>
            <pc:docMk/>
            <pc:sldMk cId="984391309" sldId="1477"/>
            <ac:spMk id="5336" creationId="{354C0974-1A0F-5C78-16D5-43EA8994BDA4}"/>
          </ac:spMkLst>
        </pc:spChg>
        <pc:spChg chg="add mod">
          <ac:chgData name="" userId="" providerId="" clId="Web-{E6C0F363-670C-43CF-9DF9-998D707F04C2}" dt="2026-10-03T14:18:55.325" v="3" actId="34807"/>
          <ac:spMkLst>
            <pc:docMk/>
            <pc:sldMk cId="984391309" sldId="1477"/>
            <ac:spMk id="5392" creationId="{87F05DF9-CAF5-9C18-140D-363C8716CC3F}"/>
          </ac:spMkLst>
        </pc:spChg>
        <pc:spChg chg="add mod">
          <ac:chgData name="" userId="" providerId="" clId="Web-{E6C0F363-670C-43CF-9DF9-998D707F04C2}" dt="2026-10-03T14:18:55.325" v="3" actId="34807"/>
          <ac:spMkLst>
            <pc:docMk/>
            <pc:sldMk cId="984391309" sldId="1477"/>
            <ac:spMk id="5749" creationId="{26C38987-E083-E29E-AA6F-CF8FDBBCB734}"/>
          </ac:spMkLst>
        </pc:spChg>
        <pc:spChg chg="add mod">
          <ac:chgData name="" userId="" providerId="" clId="Web-{E6C0F363-670C-43CF-9DF9-998D707F04C2}" dt="2026-10-03T14:18:55.325" v="3" actId="34807"/>
          <ac:spMkLst>
            <pc:docMk/>
            <pc:sldMk cId="984391309" sldId="1477"/>
            <ac:spMk id="6211" creationId="{22D55BA5-9D79-367D-963E-521807E5C732}"/>
          </ac:spMkLst>
        </pc:spChg>
        <pc:spChg chg="add mod">
          <ac:chgData name="" userId="" providerId="" clId="Web-{E6C0F363-670C-43CF-9DF9-998D707F04C2}" dt="2026-10-03T14:18:55.325" v="3" actId="34807"/>
          <ac:spMkLst>
            <pc:docMk/>
            <pc:sldMk cId="984391309" sldId="1477"/>
            <ac:spMk id="6281" creationId="{EAC3A6E0-F024-9DA7-6BFD-7E6DA85A56B4}"/>
          </ac:spMkLst>
        </pc:spChg>
      </pc:sldChg>
      <pc:sldChg chg="addSp delSp modSp modNotesTx">
        <pc:chgData name="" userId="" providerId="" clId="Web-{E6C0F363-670C-43CF-9DF9-998D707F04C2}" dt="2026-10-03T14:23:41.497" v="14" actId="34807"/>
        <pc:sldMkLst>
          <pc:docMk/>
          <pc:sldMk cId="4174179802" sldId="1684"/>
        </pc:sldMkLst>
        <pc:spChg chg="add mod">
          <ac:chgData name="" userId="" providerId="" clId="Web-{E6C0F363-670C-43CF-9DF9-998D707F04C2}" dt="2026-10-03T14:18:55.325" v="3" actId="34807"/>
          <ac:spMkLst>
            <pc:docMk/>
            <pc:sldMk cId="4174179802" sldId="1684"/>
            <ac:spMk id="6571" creationId="{C375611C-8113-C5CB-5309-AEB58796FFD4}"/>
          </ac:spMkLst>
        </pc:spChg>
        <pc:spChg chg="add mod">
          <ac:chgData name="" userId="" providerId="" clId="Web-{E6C0F363-670C-43CF-9DF9-998D707F04C2}" dt="2026-10-03T14:18:55.325" v="3" actId="34807"/>
          <ac:spMkLst>
            <pc:docMk/>
            <pc:sldMk cId="4174179802" sldId="1684"/>
            <ac:spMk id="6646" creationId="{3B84FF8D-7DE1-FD45-5E8F-91D21171F6AB}"/>
          </ac:spMkLst>
        </pc:spChg>
        <pc:spChg chg="del">
          <ac:chgData name="" userId="" providerId="" clId="Web-{E6C0F363-670C-43CF-9DF9-998D707F04C2}" dt="2026-10-03T14:23:19.310" v="12" actId="34807"/>
          <ac:spMkLst>
            <pc:docMk/>
            <pc:sldMk cId="4174179802" sldId="1684"/>
            <ac:spMk id="6723" creationId="{BF87115D-BAAF-1691-3DE9-D0DFC885E152}"/>
          </ac:spMkLst>
        </pc:spChg>
        <pc:spChg chg="add del mod">
          <ac:chgData name="" userId="" providerId="" clId="Web-{E6C0F363-670C-43CF-9DF9-998D707F04C2}" dt="2026-10-03T14:23:19.310" v="12" actId="34807"/>
          <ac:spMkLst>
            <pc:docMk/>
            <pc:sldMk cId="4174179802" sldId="1684"/>
            <ac:spMk id="6801" creationId="{AFFBDC88-7F8F-2A50-C078-BEF7E954D9D3}"/>
          </ac:spMkLst>
        </pc:spChg>
        <pc:spChg chg="add del mod">
          <ac:chgData name="" userId="" providerId="" clId="Web-{E6C0F363-670C-43CF-9DF9-998D707F04C2}" dt="2026-10-03T14:23:19.310" v="12" actId="34807"/>
          <ac:spMkLst>
            <pc:docMk/>
            <pc:sldMk cId="4174179802" sldId="1684"/>
            <ac:spMk id="6880" creationId="{784BCEA1-E41E-C8CB-F514-F63A8DA21E9F}"/>
          </ac:spMkLst>
        </pc:spChg>
        <pc:spChg chg="add del mod">
          <ac:chgData name="" userId="" providerId="" clId="Web-{E6C0F363-670C-43CF-9DF9-998D707F04C2}" dt="2026-10-03T14:23:19.310" v="12" actId="34807"/>
          <ac:spMkLst>
            <pc:docMk/>
            <pc:sldMk cId="4174179802" sldId="1684"/>
            <ac:spMk id="6960" creationId="{799B425E-E96E-A120-10F4-A7A7B66011E7}"/>
          </ac:spMkLst>
        </pc:spChg>
        <pc:spChg chg="add del mod">
          <ac:chgData name="" userId="" providerId="" clId="Web-{E6C0F363-670C-43CF-9DF9-998D707F04C2}" dt="2026-10-03T14:23:19.310" v="12" actId="34807"/>
          <ac:spMkLst>
            <pc:docMk/>
            <pc:sldMk cId="4174179802" sldId="1684"/>
            <ac:spMk id="7041" creationId="{DA40AEAE-A601-339C-5D49-1CC71A8BF9E1}"/>
          </ac:spMkLst>
        </pc:spChg>
        <pc:spChg chg="add del mod">
          <ac:chgData name="" userId="" providerId="" clId="Web-{E6C0F363-670C-43CF-9DF9-998D707F04C2}" dt="2026-10-03T14:23:19.310" v="12" actId="34807"/>
          <ac:spMkLst>
            <pc:docMk/>
            <pc:sldMk cId="4174179802" sldId="1684"/>
            <ac:spMk id="7123" creationId="{90B27DC2-DC83-131A-DA15-8ED3C0E51851}"/>
          </ac:spMkLst>
        </pc:spChg>
        <pc:spChg chg="add del mod">
          <ac:chgData name="" userId="" providerId="" clId="Web-{E6C0F363-670C-43CF-9DF9-998D707F04C2}" dt="2026-10-03T14:23:19.310" v="12" actId="34807"/>
          <ac:spMkLst>
            <pc:docMk/>
            <pc:sldMk cId="4174179802" sldId="1684"/>
            <ac:spMk id="7206" creationId="{E5AC42B1-D7FD-62A4-94F8-2D24EF38ABC9}"/>
          </ac:spMkLst>
        </pc:spChg>
        <pc:spChg chg="add del mod">
          <ac:chgData name="" userId="" providerId="" clId="Web-{E6C0F363-670C-43CF-9DF9-998D707F04C2}" dt="2026-10-03T14:23:19.310" v="12" actId="34807"/>
          <ac:spMkLst>
            <pc:docMk/>
            <pc:sldMk cId="4174179802" sldId="1684"/>
            <ac:spMk id="7290" creationId="{FE40DEFC-A4DA-3EB1-316A-589A820B3D8F}"/>
          </ac:spMkLst>
        </pc:spChg>
        <pc:spChg chg="add mod">
          <ac:chgData name="" userId="" providerId="" clId="Web-{E6C0F363-670C-43CF-9DF9-998D707F04C2}" dt="2026-10-03T14:18:55.325" v="3" actId="34807"/>
          <ac:spMkLst>
            <pc:docMk/>
            <pc:sldMk cId="4174179802" sldId="1684"/>
            <ac:spMk id="7375" creationId="{84BAB69D-B23C-1934-590B-D50C4F62A9CD}"/>
          </ac:spMkLst>
        </pc:spChg>
        <pc:spChg chg="add mod">
          <ac:chgData name="" userId="" providerId="" clId="Web-{E6C0F363-670C-43CF-9DF9-998D707F04C2}" dt="2026-10-03T14:23:18.185" v="11" actId="34807"/>
          <ac:spMkLst>
            <pc:docMk/>
            <pc:sldMk cId="4174179802" sldId="1684"/>
            <ac:spMk id="17297" creationId="{0F6D85C4-6E3C-4326-C2E5-6E87EF38BD37}"/>
          </ac:spMkLst>
        </pc:spChg>
        <pc:spChg chg="add mod">
          <ac:chgData name="" userId="" providerId="" clId="Web-{E6C0F363-670C-43CF-9DF9-998D707F04C2}" dt="2026-10-03T14:23:18.185" v="11" actId="34807"/>
          <ac:spMkLst>
            <pc:docMk/>
            <pc:sldMk cId="4174179802" sldId="1684"/>
            <ac:spMk id="17337" creationId="{59A80AEF-27ED-008A-6C38-307C01C37674}"/>
          </ac:spMkLst>
        </pc:spChg>
        <pc:spChg chg="add mod">
          <ac:chgData name="" userId="" providerId="" clId="Web-{E6C0F363-670C-43CF-9DF9-998D707F04C2}" dt="2026-10-03T14:23:18.185" v="11" actId="34807"/>
          <ac:spMkLst>
            <pc:docMk/>
            <pc:sldMk cId="4174179802" sldId="1684"/>
            <ac:spMk id="17378" creationId="{0FE70758-379F-4FB3-5663-8C5EA16DA6F4}"/>
          </ac:spMkLst>
        </pc:spChg>
        <pc:spChg chg="add mod">
          <ac:chgData name="" userId="" providerId="" clId="Web-{E6C0F363-670C-43CF-9DF9-998D707F04C2}" dt="2026-10-03T14:23:18.185" v="11" actId="34807"/>
          <ac:spMkLst>
            <pc:docMk/>
            <pc:sldMk cId="4174179802" sldId="1684"/>
            <ac:spMk id="17420" creationId="{4B693E5A-85AD-CE28-D616-494D0E51CAD8}"/>
          </ac:spMkLst>
        </pc:spChg>
        <pc:spChg chg="add mod">
          <ac:chgData name="" userId="" providerId="" clId="Web-{E6C0F363-670C-43CF-9DF9-998D707F04C2}" dt="2026-10-03T14:23:18.185" v="11" actId="34807"/>
          <ac:spMkLst>
            <pc:docMk/>
            <pc:sldMk cId="4174179802" sldId="1684"/>
            <ac:spMk id="17463" creationId="{9A7CCB3F-41DF-EEAF-D7B8-7F5FCA849002}"/>
          </ac:spMkLst>
        </pc:spChg>
        <pc:spChg chg="add mod">
          <ac:chgData name="" userId="" providerId="" clId="Web-{E6C0F363-670C-43CF-9DF9-998D707F04C2}" dt="2026-10-03T14:23:18.185" v="11" actId="34807"/>
          <ac:spMkLst>
            <pc:docMk/>
            <pc:sldMk cId="4174179802" sldId="1684"/>
            <ac:spMk id="17507" creationId="{E4B26816-1499-6783-23EA-24625FDC0ACB}"/>
          </ac:spMkLst>
        </pc:spChg>
        <pc:spChg chg="add mod">
          <ac:chgData name="" userId="" providerId="" clId="Web-{E6C0F363-670C-43CF-9DF9-998D707F04C2}" dt="2026-10-03T14:23:18.185" v="11" actId="34807"/>
          <ac:spMkLst>
            <pc:docMk/>
            <pc:sldMk cId="4174179802" sldId="1684"/>
            <ac:spMk id="17552" creationId="{9DB3FF2F-E555-B37A-D67E-3C294C9C0827}"/>
          </ac:spMkLst>
        </pc:spChg>
        <pc:spChg chg="add mod">
          <ac:chgData name="" userId="" providerId="" clId="Web-{E6C0F363-670C-43CF-9DF9-998D707F04C2}" dt="2026-10-03T14:23:18.185" v="11" actId="34807"/>
          <ac:spMkLst>
            <pc:docMk/>
            <pc:sldMk cId="4174179802" sldId="1684"/>
            <ac:spMk id="17598" creationId="{2A8804CD-C678-98D6-36E7-3367C5838858}"/>
          </ac:spMkLst>
        </pc:spChg>
        <pc:spChg chg="add mod">
          <ac:chgData name="" userId="" providerId="" clId="Web-{E6C0F363-670C-43CF-9DF9-998D707F04C2}" dt="2026-10-03T14:23:41.497" v="14" actId="34807"/>
          <ac:spMkLst>
            <pc:docMk/>
            <pc:sldMk cId="4174179802" sldId="1684"/>
            <ac:spMk id="17599" creationId="{5E8DA2A2-0FDB-81A4-1ABD-BC93D8408DD3}"/>
          </ac:spMkLst>
        </pc:spChg>
        <pc:spChg chg="add mod">
          <ac:chgData name="" userId="" providerId="" clId="Web-{E6C0F363-670C-43CF-9DF9-998D707F04C2}" dt="2026-10-03T14:23:41.497" v="14" actId="34807"/>
          <ac:spMkLst>
            <pc:docMk/>
            <pc:sldMk cId="4174179802" sldId="1684"/>
            <ac:spMk id="17601" creationId="{E4232A80-5819-B4E1-EAB7-667B8A5057CE}"/>
          </ac:spMkLst>
        </pc:spChg>
        <pc:graphicFrameChg chg="add mod">
          <ac:chgData name="" userId="" providerId="" clId="Web-{E6C0F363-670C-43CF-9DF9-998D707F04C2}" dt="2026-10-03T14:23:18.185" v="11" actId="34807"/>
          <ac:graphicFrameMkLst>
            <pc:docMk/>
            <pc:sldMk cId="4174179802" sldId="1684"/>
            <ac:graphicFrameMk id="11" creationId="{0F67E4F4-7AAB-4467-9934-91AD26CECA73}"/>
          </ac:graphicFrameMkLst>
        </pc:graphicFrameChg>
        <pc:graphicFrameChg chg="del mod">
          <ac:chgData name="" userId="" providerId="" clId="Web-{E6C0F363-670C-43CF-9DF9-998D707F04C2}" dt="2026-10-03T14:23:19.310" v="12" actId="34807"/>
          <ac:graphicFrameMkLst>
            <pc:docMk/>
            <pc:sldMk cId="4174179802" sldId="1684"/>
            <ac:graphicFrameMk id="14" creationId="{D673E2B6-C256-402D-8CDF-F009D7048913}"/>
          </ac:graphicFrameMkLst>
        </pc:graphicFrameChg>
      </pc:sldChg>
      <pc:sldChg chg="addSp modSp modNotesTx">
        <pc:chgData name="" userId="" providerId="" clId="Web-{E6C0F363-670C-43CF-9DF9-998D707F04C2}" dt="2026-10-03T14:19:06.575" v="7" actId="34807"/>
        <pc:sldMkLst>
          <pc:docMk/>
          <pc:sldMk cId="2738562620" sldId="1892"/>
        </pc:sldMkLst>
        <pc:spChg chg="add mod">
          <ac:chgData name="" userId="" providerId="" clId="Web-{E6C0F363-670C-43CF-9DF9-998D707F04C2}" dt="2026-10-03T14:19:05.325" v="6" actId="34807"/>
          <ac:spMkLst>
            <pc:docMk/>
            <pc:sldMk cId="2738562620" sldId="1892"/>
            <ac:spMk id="7378" creationId="{D94A3436-BF57-0D43-4E78-C56E277F0C40}"/>
          </ac:spMkLst>
        </pc:spChg>
        <pc:spChg chg="add mod">
          <ac:chgData name="" userId="" providerId="" clId="Web-{E6C0F363-670C-43CF-9DF9-998D707F04C2}" dt="2026-10-03T14:19:05.325" v="6" actId="34807"/>
          <ac:spMkLst>
            <pc:docMk/>
            <pc:sldMk cId="2738562620" sldId="1892"/>
            <ac:spMk id="7381" creationId="{109A3E6A-C76F-3A59-64E0-005F1301866E}"/>
          </ac:spMkLst>
        </pc:spChg>
        <pc:spChg chg="add mod">
          <ac:chgData name="" userId="" providerId="" clId="Web-{E6C0F363-670C-43CF-9DF9-998D707F04C2}" dt="2026-10-03T14:19:05.325" v="6" actId="34807"/>
          <ac:spMkLst>
            <pc:docMk/>
            <pc:sldMk cId="2738562620" sldId="1892"/>
            <ac:spMk id="7385" creationId="{69EFF628-287D-1E34-9AF0-4F6A6802EF94}"/>
          </ac:spMkLst>
        </pc:spChg>
        <pc:spChg chg="add mod">
          <ac:chgData name="" userId="" providerId="" clId="Web-{E6C0F363-670C-43CF-9DF9-998D707F04C2}" dt="2026-10-03T14:19:05.325" v="6" actId="34807"/>
          <ac:spMkLst>
            <pc:docMk/>
            <pc:sldMk cId="2738562620" sldId="1892"/>
            <ac:spMk id="7390" creationId="{6A138D04-DC96-95FE-6B7B-9C4D160002EF}"/>
          </ac:spMkLst>
        </pc:spChg>
        <pc:spChg chg="add mod">
          <ac:chgData name="" userId="" providerId="" clId="Web-{E6C0F363-670C-43CF-9DF9-998D707F04C2}" dt="2026-10-03T14:19:05.325" v="6" actId="34807"/>
          <ac:spMkLst>
            <pc:docMk/>
            <pc:sldMk cId="2738562620" sldId="1892"/>
            <ac:spMk id="7441" creationId="{094E332C-C732-0644-7134-09D4316880A1}"/>
          </ac:spMkLst>
        </pc:spChg>
        <pc:spChg chg="add mod">
          <ac:chgData name="" userId="" providerId="" clId="Web-{E6C0F363-670C-43CF-9DF9-998D707F04C2}" dt="2026-10-03T14:19:05.325" v="6" actId="34807"/>
          <ac:spMkLst>
            <pc:docMk/>
            <pc:sldMk cId="2738562620" sldId="1892"/>
            <ac:spMk id="7466" creationId="{A88A9D0C-0E3C-74B6-DBFF-AE619CD274D7}"/>
          </ac:spMkLst>
        </pc:spChg>
        <pc:spChg chg="add mod">
          <ac:chgData name="" userId="" providerId="" clId="Web-{E6C0F363-670C-43CF-9DF9-998D707F04C2}" dt="2026-10-03T14:19:05.325" v="6" actId="34807"/>
          <ac:spMkLst>
            <pc:docMk/>
            <pc:sldMk cId="2738562620" sldId="1892"/>
            <ac:spMk id="7480" creationId="{E6C9E5D4-F59A-8B57-4566-F75C833A3FB5}"/>
          </ac:spMkLst>
        </pc:spChg>
        <pc:spChg chg="add mod">
          <ac:chgData name="" userId="" providerId="" clId="Web-{E6C0F363-670C-43CF-9DF9-998D707F04C2}" dt="2026-10-03T14:19:05.325" v="6" actId="34807"/>
          <ac:spMkLst>
            <pc:docMk/>
            <pc:sldMk cId="2738562620" sldId="1892"/>
            <ac:spMk id="7495" creationId="{26894DEE-B23F-D4F7-3CDD-82F9672364D0}"/>
          </ac:spMkLst>
        </pc:spChg>
        <pc:spChg chg="add mod">
          <ac:chgData name="" userId="" providerId="" clId="Web-{E6C0F363-670C-43CF-9DF9-998D707F04C2}" dt="2026-10-03T14:19:05.325" v="6" actId="34807"/>
          <ac:spMkLst>
            <pc:docMk/>
            <pc:sldMk cId="2738562620" sldId="1892"/>
            <ac:spMk id="7528" creationId="{963CC3AA-280F-8FCC-A813-BABE68826ECF}"/>
          </ac:spMkLst>
        </pc:spChg>
        <pc:spChg chg="add mod">
          <ac:chgData name="" userId="" providerId="" clId="Web-{E6C0F363-670C-43CF-9DF9-998D707F04C2}" dt="2026-10-03T14:19:05.325" v="6" actId="34807"/>
          <ac:spMkLst>
            <pc:docMk/>
            <pc:sldMk cId="2738562620" sldId="1892"/>
            <ac:spMk id="7546" creationId="{2ED4C243-97E9-F063-8BA4-96C6A27B4912}"/>
          </ac:spMkLst>
        </pc:spChg>
      </pc:sldChg>
      <pc:sldChg chg="addSp modSp modNotesTx">
        <pc:chgData name="" userId="" providerId="" clId="Web-{E6C0F363-670C-43CF-9DF9-998D707F04C2}" dt="2026-10-03T14:19:07.903" v="8" actId="34807"/>
        <pc:sldMkLst>
          <pc:docMk/>
          <pc:sldMk cId="3102385432" sldId="2101"/>
        </pc:sldMkLst>
        <pc:spChg chg="add mod">
          <ac:chgData name="" userId="" providerId="" clId="Web-{E6C0F363-670C-43CF-9DF9-998D707F04C2}" dt="2026-10-03T14:19:05.325" v="6" actId="34807"/>
          <ac:spMkLst>
            <pc:docMk/>
            <pc:sldMk cId="3102385432" sldId="2101"/>
            <ac:spMk id="7781" creationId="{70FE321D-FE9B-2D81-9298-0DFED2476A61}"/>
          </ac:spMkLst>
        </pc:spChg>
        <pc:spChg chg="add mod">
          <ac:chgData name="" userId="" providerId="" clId="Web-{E6C0F363-670C-43CF-9DF9-998D707F04C2}" dt="2026-10-03T14:19:05.325" v="6" actId="34807"/>
          <ac:spMkLst>
            <pc:docMk/>
            <pc:sldMk cId="3102385432" sldId="2101"/>
            <ac:spMk id="7810" creationId="{3B478E0A-32EA-321A-2709-3801F12178B0}"/>
          </ac:spMkLst>
        </pc:spChg>
        <pc:spChg chg="mod">
          <ac:chgData name="" userId="" providerId="" clId="Web-{E6C0F363-670C-43CF-9DF9-998D707F04C2}" dt="2026-10-03T14:19:07.903" v="8" actId="34807"/>
          <ac:spMkLst>
            <pc:docMk/>
            <pc:sldMk cId="3102385432" sldId="2101"/>
            <ac:spMk id="7840" creationId="{5E98155A-3B15-F341-C410-8A4FCAF83886}"/>
          </ac:spMkLst>
        </pc:spChg>
        <pc:spChg chg="mod">
          <ac:chgData name="" userId="" providerId="" clId="Web-{E6C0F363-670C-43CF-9DF9-998D707F04C2}" dt="2026-10-03T14:19:07.903" v="8" actId="34807"/>
          <ac:spMkLst>
            <pc:docMk/>
            <pc:sldMk cId="3102385432" sldId="2101"/>
            <ac:spMk id="7903" creationId="{4132AA30-B7D8-5F28-4D5E-ADB1ECAB2C06}"/>
          </ac:spMkLst>
        </pc:spChg>
        <pc:spChg chg="add mod">
          <ac:chgData name="" userId="" providerId="" clId="Web-{E6C0F363-670C-43CF-9DF9-998D707F04C2}" dt="2026-10-03T14:19:05.325" v="6" actId="34807"/>
          <ac:spMkLst>
            <pc:docMk/>
            <pc:sldMk cId="3102385432" sldId="2101"/>
            <ac:spMk id="7936" creationId="{9A636B70-F251-6666-353D-91418B9DEBC7}"/>
          </ac:spMkLst>
        </pc:spChg>
        <pc:spChg chg="mod">
          <ac:chgData name="" userId="" providerId="" clId="Web-{E6C0F363-670C-43CF-9DF9-998D707F04C2}" dt="2026-10-03T14:19:07.903" v="8" actId="34807"/>
          <ac:spMkLst>
            <pc:docMk/>
            <pc:sldMk cId="3102385432" sldId="2101"/>
            <ac:spMk id="8005" creationId="{F5EB22F1-A8A8-B104-481D-DB381CB36E22}"/>
          </ac:spMkLst>
        </pc:spChg>
        <pc:spChg chg="mod">
          <ac:chgData name="" userId="" providerId="" clId="Web-{E6C0F363-670C-43CF-9DF9-998D707F04C2}" dt="2026-10-03T14:19:07.903" v="8" actId="34807"/>
          <ac:spMkLst>
            <pc:docMk/>
            <pc:sldMk cId="3102385432" sldId="2101"/>
            <ac:spMk id="8041" creationId="{A87EF4E9-9564-A576-A7DB-576EAC894A5A}"/>
          </ac:spMkLst>
        </pc:spChg>
        <pc:spChg chg="mod">
          <ac:chgData name="" userId="" providerId="" clId="Web-{E6C0F363-670C-43CF-9DF9-998D707F04C2}" dt="2026-10-03T14:19:07.903" v="8" actId="34807"/>
          <ac:spMkLst>
            <pc:docMk/>
            <pc:sldMk cId="3102385432" sldId="2101"/>
            <ac:spMk id="8116" creationId="{698CE079-79AB-5C54-ACA0-18D934733C04}"/>
          </ac:spMkLst>
        </pc:spChg>
        <pc:spChg chg="add mod">
          <ac:chgData name="" userId="" providerId="" clId="Web-{E6C0F363-670C-43CF-9DF9-998D707F04C2}" dt="2026-10-03T14:19:05.325" v="6" actId="34807"/>
          <ac:spMkLst>
            <pc:docMk/>
            <pc:sldMk cId="3102385432" sldId="2101"/>
            <ac:spMk id="8278" creationId="{5C03ECD0-8517-742D-E673-A79E53F4A8B4}"/>
          </ac:spMkLst>
        </pc:spChg>
        <pc:spChg chg="add mod">
          <ac:chgData name="" userId="" providerId="" clId="Web-{E6C0F363-670C-43CF-9DF9-998D707F04C2}" dt="2026-10-03T14:19:05.325" v="6" actId="34807"/>
          <ac:spMkLst>
            <pc:docMk/>
            <pc:sldMk cId="3102385432" sldId="2101"/>
            <ac:spMk id="8456" creationId="{ACDC6D99-58D6-39F4-F69C-7837ED24BE9C}"/>
          </ac:spMkLst>
        </pc:spChg>
        <pc:spChg chg="add mod">
          <ac:chgData name="" userId="" providerId="" clId="Web-{E6C0F363-670C-43CF-9DF9-998D707F04C2}" dt="2026-10-03T14:19:05.325" v="6" actId="34807"/>
          <ac:spMkLst>
            <pc:docMk/>
            <pc:sldMk cId="3102385432" sldId="2101"/>
            <ac:spMk id="8600" creationId="{15A3D3BF-6711-9771-2304-27C255905605}"/>
          </ac:spMkLst>
        </pc:spChg>
        <pc:spChg chg="mod">
          <ac:chgData name="" userId="" providerId="" clId="Web-{E6C0F363-670C-43CF-9DF9-998D707F04C2}" dt="2026-10-03T14:19:07.903" v="8" actId="34807"/>
          <ac:spMkLst>
            <pc:docMk/>
            <pc:sldMk cId="3102385432" sldId="2101"/>
            <ac:spMk id="8701" creationId="{92B3264D-EC33-E11A-72D1-CC2A8C155852}"/>
          </ac:spMkLst>
        </pc:spChg>
        <pc:spChg chg="mod">
          <ac:chgData name="" userId="" providerId="" clId="Web-{E6C0F363-670C-43CF-9DF9-998D707F04C2}" dt="2026-10-03T14:19:07.903" v="8" actId="34807"/>
          <ac:spMkLst>
            <pc:docMk/>
            <pc:sldMk cId="3102385432" sldId="2101"/>
            <ac:spMk id="8806" creationId="{526BF77E-DEA5-E611-1178-CBF68B60A5B0}"/>
          </ac:spMkLst>
        </pc:spChg>
        <pc:spChg chg="mod">
          <ac:chgData name="" userId="" providerId="" clId="Web-{E6C0F363-670C-43CF-9DF9-998D707F04C2}" dt="2026-10-03T14:19:07.903" v="8" actId="34807"/>
          <ac:spMkLst>
            <pc:docMk/>
            <pc:sldMk cId="3102385432" sldId="2101"/>
            <ac:spMk id="8971" creationId="{80637F22-4DD8-689A-95B8-ECC4F7CD4B00}"/>
          </ac:spMkLst>
        </pc:spChg>
        <pc:spChg chg="mod">
          <ac:chgData name="" userId="" providerId="" clId="Web-{E6C0F363-670C-43CF-9DF9-998D707F04C2}" dt="2026-10-03T14:19:07.903" v="8" actId="34807"/>
          <ac:spMkLst>
            <pc:docMk/>
            <pc:sldMk cId="3102385432" sldId="2101"/>
            <ac:spMk id="9086" creationId="{26BA5CB9-2E70-76F5-5B08-AC1A9EE3C1A5}"/>
          </ac:spMkLst>
        </pc:spChg>
        <pc:spChg chg="add mod">
          <ac:chgData name="" userId="" providerId="" clId="Web-{E6C0F363-670C-43CF-9DF9-998D707F04C2}" dt="2026-10-03T14:19:05.325" v="6" actId="34807"/>
          <ac:spMkLst>
            <pc:docMk/>
            <pc:sldMk cId="3102385432" sldId="2101"/>
            <ac:spMk id="9266" creationId="{F2E6A748-7F0E-0D45-52A3-C86281D1938D}"/>
          </ac:spMkLst>
        </pc:spChg>
        <pc:spChg chg="add mod">
          <ac:chgData name="" userId="" providerId="" clId="Web-{E6C0F363-670C-43CF-9DF9-998D707F04C2}" dt="2026-10-03T14:19:05.325" v="6" actId="34807"/>
          <ac:spMkLst>
            <pc:docMk/>
            <pc:sldMk cId="3102385432" sldId="2101"/>
            <ac:spMk id="9391" creationId="{17D16A18-FB46-B40D-0D5B-140D95A14EF6}"/>
          </ac:spMkLst>
        </pc:spChg>
        <pc:spChg chg="add mod">
          <ac:chgData name="" userId="" providerId="" clId="Web-{E6C0F363-670C-43CF-9DF9-998D707F04C2}" dt="2026-10-03T14:19:05.325" v="6" actId="34807"/>
          <ac:spMkLst>
            <pc:docMk/>
            <pc:sldMk cId="3102385432" sldId="2101"/>
            <ac:spMk id="9455" creationId="{E4DE2ECE-CB2E-E60E-C747-047CB1ED2E09}"/>
          </ac:spMkLst>
        </pc:spChg>
        <pc:spChg chg="add mod">
          <ac:chgData name="" userId="" providerId="" clId="Web-{E6C0F363-670C-43CF-9DF9-998D707F04C2}" dt="2026-10-03T14:19:07.903" v="8" actId="34807"/>
          <ac:spMkLst>
            <pc:docMk/>
            <pc:sldMk cId="3102385432" sldId="2101"/>
            <ac:spMk id="9520" creationId="{5DD345C4-CCEE-279D-4934-9EE1054D3E01}"/>
          </ac:spMkLst>
        </pc:spChg>
      </pc:sldChg>
      <pc:sldChg chg="addSp modSp modNotesTx">
        <pc:chgData name="" userId="" providerId="" clId="Web-{E6C0F363-670C-43CF-9DF9-998D707F04C2}" dt="2026-10-03T14:19:07.903" v="8" actId="34807"/>
        <pc:sldMkLst>
          <pc:docMk/>
          <pc:sldMk cId="1312419868" sldId="2311"/>
        </pc:sldMkLst>
        <pc:spChg chg="add mod">
          <ac:chgData name="" userId="" providerId="" clId="Web-{E6C0F363-670C-43CF-9DF9-998D707F04C2}" dt="2026-10-03T14:19:05.325" v="6" actId="34807"/>
          <ac:spMkLst>
            <pc:docMk/>
            <pc:sldMk cId="1312419868" sldId="2311"/>
            <ac:spMk id="9931" creationId="{01B1F592-F906-7EF2-AF86-4E8EDA15FBA0}"/>
          </ac:spMkLst>
        </pc:spChg>
        <pc:spChg chg="add mod">
          <ac:chgData name="" userId="" providerId="" clId="Web-{E6C0F363-670C-43CF-9DF9-998D707F04C2}" dt="2026-10-03T14:19:05.325" v="6" actId="34807"/>
          <ac:spMkLst>
            <pc:docMk/>
            <pc:sldMk cId="1312419868" sldId="2311"/>
            <ac:spMk id="10225" creationId="{9045BE93-1C03-FD83-9A01-60218E70033D}"/>
          </ac:spMkLst>
        </pc:spChg>
        <pc:spChg chg="add mod">
          <ac:chgData name="" userId="" providerId="" clId="Web-{E6C0F363-670C-43CF-9DF9-998D707F04C2}" dt="2026-10-03T14:19:05.325" v="6" actId="34807"/>
          <ac:spMkLst>
            <pc:docMk/>
            <pc:sldMk cId="1312419868" sldId="2311"/>
            <ac:spMk id="10301" creationId="{01C50E9F-B630-F253-6E0C-EE45F6517B20}"/>
          </ac:spMkLst>
        </pc:spChg>
        <pc:spChg chg="add mod">
          <ac:chgData name="" userId="" providerId="" clId="Web-{E6C0F363-670C-43CF-9DF9-998D707F04C2}" dt="2026-10-03T14:19:05.325" v="6" actId="34807"/>
          <ac:spMkLst>
            <pc:docMk/>
            <pc:sldMk cId="1312419868" sldId="2311"/>
            <ac:spMk id="10378" creationId="{F1F6F3AA-CE65-9686-D72F-A1A670B0DF63}"/>
          </ac:spMkLst>
        </pc:spChg>
        <pc:spChg chg="add mod">
          <ac:chgData name="" userId="" providerId="" clId="Web-{E6C0F363-670C-43CF-9DF9-998D707F04C2}" dt="2026-10-03T14:19:05.325" v="6" actId="34807"/>
          <ac:spMkLst>
            <pc:docMk/>
            <pc:sldMk cId="1312419868" sldId="2311"/>
            <ac:spMk id="10778" creationId="{7E0559A0-4423-CECF-40F6-4F03DFB7121C}"/>
          </ac:spMkLst>
        </pc:spChg>
        <pc:spChg chg="add mod">
          <ac:chgData name="" userId="" providerId="" clId="Web-{E6C0F363-670C-43CF-9DF9-998D707F04C2}" dt="2026-10-03T14:19:07.903" v="8" actId="34807"/>
          <ac:spMkLst>
            <pc:docMk/>
            <pc:sldMk cId="1312419868" sldId="2311"/>
            <ac:spMk id="10861" creationId="{7C9A6986-CCBC-9A8A-00DF-4BC5A24A6B2C}"/>
          </ac:spMkLst>
        </pc:spChg>
        <pc:spChg chg="add mod">
          <ac:chgData name="" userId="" providerId="" clId="Web-{E6C0F363-670C-43CF-9DF9-998D707F04C2}" dt="2026-10-03T14:19:07.903" v="8" actId="34807"/>
          <ac:spMkLst>
            <pc:docMk/>
            <pc:sldMk cId="1312419868" sldId="2311"/>
            <ac:spMk id="11116" creationId="{B40D4C5F-2D72-70C3-DD67-0BCEBED23B0D}"/>
          </ac:spMkLst>
        </pc:spChg>
        <pc:spChg chg="add mod">
          <ac:chgData name="" userId="" providerId="" clId="Web-{E6C0F363-670C-43CF-9DF9-998D707F04C2}" dt="2026-10-03T14:19:05.325" v="6" actId="34807"/>
          <ac:spMkLst>
            <pc:docMk/>
            <pc:sldMk cId="1312419868" sldId="2311"/>
            <ac:spMk id="11203" creationId="{CA35F60C-4580-1ACC-90DB-C27F4F1BB977}"/>
          </ac:spMkLst>
        </pc:spChg>
        <pc:spChg chg="add mod">
          <ac:chgData name="" userId="" providerId="" clId="Web-{E6C0F363-670C-43CF-9DF9-998D707F04C2}" dt="2026-10-03T14:19:05.325" v="6" actId="34807"/>
          <ac:spMkLst>
            <pc:docMk/>
            <pc:sldMk cId="1312419868" sldId="2311"/>
            <ac:spMk id="11291" creationId="{54C8BCF5-8748-B8A6-5828-DA5FA3A0AFBF}"/>
          </ac:spMkLst>
        </pc:spChg>
        <pc:spChg chg="add mod">
          <ac:chgData name="" userId="" providerId="" clId="Web-{E6C0F363-670C-43CF-9DF9-998D707F04C2}" dt="2026-10-03T14:19:07.903" v="8" actId="34807"/>
          <ac:spMkLst>
            <pc:docMk/>
            <pc:sldMk cId="1312419868" sldId="2311"/>
            <ac:spMk id="11380" creationId="{54FEEFC9-0674-28C9-B263-D2BB5317B111}"/>
          </ac:spMkLst>
        </pc:spChg>
      </pc:sldChg>
      <pc:sldChg chg="addSp modSp modNotesTx">
        <pc:chgData name="" userId="" providerId="" clId="Web-{E6C0F363-670C-43CF-9DF9-998D707F04C2}" dt="2026-10-03T14:19:07.903" v="8" actId="34807"/>
        <pc:sldMkLst>
          <pc:docMk/>
          <pc:sldMk cId="1271856997" sldId="2522"/>
        </pc:sldMkLst>
        <pc:spChg chg="add mod">
          <ac:chgData name="" userId="" providerId="" clId="Web-{E6C0F363-670C-43CF-9DF9-998D707F04C2}" dt="2026-10-03T14:19:05.325" v="6" actId="34807"/>
          <ac:spMkLst>
            <pc:docMk/>
            <pc:sldMk cId="1271856997" sldId="2522"/>
            <ac:spMk id="11561" creationId="{1062D74A-79DE-6311-CBC7-328A5C39093E}"/>
          </ac:spMkLst>
        </pc:spChg>
        <pc:spChg chg="add mod">
          <ac:chgData name="" userId="" providerId="" clId="Web-{E6C0F363-670C-43CF-9DF9-998D707F04C2}" dt="2026-10-03T14:19:05.325" v="6" actId="34807"/>
          <ac:spMkLst>
            <pc:docMk/>
            <pc:sldMk cId="1271856997" sldId="2522"/>
            <ac:spMk id="12226" creationId="{60A8BD72-0F4F-4878-F476-6CE5AF90B739}"/>
          </ac:spMkLst>
        </pc:spChg>
        <pc:spChg chg="add mod">
          <ac:chgData name="" userId="" providerId="" clId="Web-{E6C0F363-670C-43CF-9DF9-998D707F04C2}" dt="2026-10-03T14:19:07.903" v="8" actId="34807"/>
          <ac:spMkLst>
            <pc:docMk/>
            <pc:sldMk cId="1271856997" sldId="2522"/>
            <ac:spMk id="12425" creationId="{FF936AD9-BA5B-CB16-3147-87EABFDC56F2}"/>
          </ac:spMkLst>
        </pc:spChg>
        <pc:spChg chg="add mod">
          <ac:chgData name="" userId="" providerId="" clId="Web-{E6C0F363-670C-43CF-9DF9-998D707F04C2}" dt="2026-10-03T14:19:05.325" v="6" actId="34807"/>
          <ac:spMkLst>
            <pc:docMk/>
            <pc:sldMk cId="1271856997" sldId="2522"/>
            <ac:spMk id="12628" creationId="{7F6532F0-DE27-8F9F-C958-0E53A25694BE}"/>
          </ac:spMkLst>
        </pc:spChg>
        <pc:spChg chg="add mod">
          <ac:chgData name="" userId="" providerId="" clId="Web-{E6C0F363-670C-43CF-9DF9-998D707F04C2}" dt="2026-10-03T14:19:07.903" v="8" actId="34807"/>
          <ac:spMkLst>
            <pc:docMk/>
            <pc:sldMk cId="1271856997" sldId="2522"/>
            <ac:spMk id="13046" creationId="{389429E1-A845-5CE3-B173-C9071A3FC946}"/>
          </ac:spMkLst>
        </pc:spChg>
        <pc:spChg chg="add mod">
          <ac:chgData name="" userId="" providerId="" clId="Web-{E6C0F363-670C-43CF-9DF9-998D707F04C2}" dt="2026-10-03T14:19:05.325" v="6" actId="34807"/>
          <ac:spMkLst>
            <pc:docMk/>
            <pc:sldMk cId="1271856997" sldId="2522"/>
            <ac:spMk id="13261" creationId="{559D5520-75D5-518D-5F30-E13890C9DC28}"/>
          </ac:spMkLst>
        </pc:spChg>
        <pc:spChg chg="mod">
          <ac:chgData name="" userId="" providerId="" clId="Web-{E6C0F363-670C-43CF-9DF9-998D707F04C2}" dt="2026-10-03T14:19:07.903" v="8" actId="34807"/>
          <ac:spMkLst>
            <pc:docMk/>
            <pc:sldMk cId="1271856997" sldId="2522"/>
            <ac:spMk id="13370" creationId="{58A5F36B-5859-0A1B-8C3B-89ADE255904E}"/>
          </ac:spMkLst>
        </pc:spChg>
        <pc:spChg chg="mod">
          <ac:chgData name="" userId="" providerId="" clId="Web-{E6C0F363-670C-43CF-9DF9-998D707F04C2}" dt="2026-10-03T14:19:07.903" v="8" actId="34807"/>
          <ac:spMkLst>
            <pc:docMk/>
            <pc:sldMk cId="1271856997" sldId="2522"/>
            <ac:spMk id="13703" creationId="{8A7EAA04-CC27-B1A4-9B7B-201300F0EF04}"/>
          </ac:spMkLst>
        </pc:spChg>
        <pc:spChg chg="add mod">
          <ac:chgData name="" userId="" providerId="" clId="Web-{E6C0F363-670C-43CF-9DF9-998D707F04C2}" dt="2026-10-03T14:19:05.325" v="6" actId="34807"/>
          <ac:spMkLst>
            <pc:docMk/>
            <pc:sldMk cId="1271856997" sldId="2522"/>
            <ac:spMk id="14161" creationId="{9D621DD9-9198-8B79-FCBC-9FD8315E8D86}"/>
          </ac:spMkLst>
        </pc:spChg>
        <pc:spChg chg="mod">
          <ac:chgData name="" userId="" providerId="" clId="Web-{E6C0F363-670C-43CF-9DF9-998D707F04C2}" dt="2026-10-03T14:19:07.903" v="8" actId="34807"/>
          <ac:spMkLst>
            <pc:docMk/>
            <pc:sldMk cId="1271856997" sldId="2522"/>
            <ac:spMk id="14278" creationId="{C9A61322-4429-23E7-5716-CBE11C84659F}"/>
          </ac:spMkLst>
        </pc:spChg>
        <pc:spChg chg="add mod">
          <ac:chgData name="" userId="" providerId="" clId="Web-{E6C0F363-670C-43CF-9DF9-998D707F04C2}" dt="2026-10-03T14:19:05.325" v="6" actId="34807"/>
          <ac:spMkLst>
            <pc:docMk/>
            <pc:sldMk cId="1271856997" sldId="2522"/>
            <ac:spMk id="14396" creationId="{8830E1A6-4023-104F-DBBA-ADDA6537BC2F}"/>
          </ac:spMkLst>
        </pc:spChg>
        <pc:spChg chg="add mod">
          <ac:chgData name="" userId="" providerId="" clId="Web-{E6C0F363-670C-43CF-9DF9-998D707F04C2}" dt="2026-10-03T14:19:05.325" v="6" actId="34807"/>
          <ac:spMkLst>
            <pc:docMk/>
            <pc:sldMk cId="1271856997" sldId="2522"/>
            <ac:spMk id="14515" creationId="{8BEB7313-2B03-C7BF-5718-A149CFC06327}"/>
          </ac:spMkLst>
        </pc:spChg>
        <pc:spChg chg="add mod">
          <ac:chgData name="" userId="" providerId="" clId="Web-{E6C0F363-670C-43CF-9DF9-998D707F04C2}" dt="2026-10-03T14:19:05.325" v="6" actId="34807"/>
          <ac:spMkLst>
            <pc:docMk/>
            <pc:sldMk cId="1271856997" sldId="2522"/>
            <ac:spMk id="14635" creationId="{587534E8-470B-6A7B-7987-48F82F907A7A}"/>
          </ac:spMkLst>
        </pc:spChg>
        <pc:spChg chg="mod">
          <ac:chgData name="" userId="" providerId="" clId="Web-{E6C0F363-670C-43CF-9DF9-998D707F04C2}" dt="2026-10-03T14:19:07.903" v="8" actId="34807"/>
          <ac:spMkLst>
            <pc:docMk/>
            <pc:sldMk cId="1271856997" sldId="2522"/>
            <ac:spMk id="14756" creationId="{1179C30B-2568-DAE5-B81A-BD32C7E3E3E3}"/>
          </ac:spMkLst>
        </pc:spChg>
        <pc:spChg chg="mod">
          <ac:chgData name="" userId="" providerId="" clId="Web-{E6C0F363-670C-43CF-9DF9-998D707F04C2}" dt="2026-10-03T14:19:07.903" v="8" actId="34807"/>
          <ac:spMkLst>
            <pc:docMk/>
            <pc:sldMk cId="1271856997" sldId="2522"/>
            <ac:spMk id="14878" creationId="{20122B2C-F8EE-C17A-9E1F-EB3CDC16B9AA}"/>
          </ac:spMkLst>
        </pc:spChg>
        <pc:spChg chg="mod">
          <ac:chgData name="" userId="" providerId="" clId="Web-{E6C0F363-670C-43CF-9DF9-998D707F04C2}" dt="2026-10-03T14:19:07.903" v="8" actId="34807"/>
          <ac:spMkLst>
            <pc:docMk/>
            <pc:sldMk cId="1271856997" sldId="2522"/>
            <ac:spMk id="15125" creationId="{3756D148-A70C-923A-A7CE-331BF3B84BFF}"/>
          </ac:spMkLst>
        </pc:spChg>
        <pc:spChg chg="mod">
          <ac:chgData name="" userId="" providerId="" clId="Web-{E6C0F363-670C-43CF-9DF9-998D707F04C2}" dt="2026-10-03T14:19:07.903" v="8" actId="34807"/>
          <ac:spMkLst>
            <pc:docMk/>
            <pc:sldMk cId="1271856997" sldId="2522"/>
            <ac:spMk id="15376" creationId="{A56E7D3B-E1E5-359B-F30B-AF217500E493}"/>
          </ac:spMkLst>
        </pc:spChg>
        <pc:spChg chg="mod">
          <ac:chgData name="" userId="" providerId="" clId="Web-{E6C0F363-670C-43CF-9DF9-998D707F04C2}" dt="2026-10-03T14:19:07.903" v="8" actId="34807"/>
          <ac:spMkLst>
            <pc:docMk/>
            <pc:sldMk cId="1271856997" sldId="2522"/>
            <ac:spMk id="15631" creationId="{F8E271D5-9106-A42F-5B0D-5DBA62194DA6}"/>
          </ac:spMkLst>
        </pc:spChg>
      </pc:sldChg>
    </pc:docChg>
  </pc:docChgLst>
  <pc:docChgLst>
    <pc:chgData clId="Web-{EF62409E-69CE-47F6-8269-FDF39050C970}"/>
    <pc:docChg chg="mod modSld modMainMaster setSldSz">
      <pc:chgData name="" userId="" providerId="" clId="Web-{EF62409E-69CE-47F6-8269-FDF39050C970}" dt="2026-10-03T13:24:02.105" v="2" actId="34807"/>
      <pc:docMkLst>
        <pc:docMk/>
      </pc:docMkLst>
      <pc:sldChg chg="addSp modSp mod setBg">
        <pc:chgData name="" userId="" providerId="" clId="Web-{EF62409E-69CE-47F6-8269-FDF39050C970}" dt="2026-10-03T13:24:02.105" v="2" actId="34807"/>
        <pc:sldMkLst>
          <pc:docMk/>
          <pc:sldMk cId="0" sldId="256"/>
        </pc:sldMkLst>
        <pc:spChg chg="add mod">
          <ac:chgData name="" userId="" providerId="" clId="Web-{EF62409E-69CE-47F6-8269-FDF39050C970}" dt="2026-10-03T13:24:01.933" v="1" actId="34807"/>
          <ac:spMkLst>
            <pc:docMk/>
            <pc:sldMk cId="0" sldId="256"/>
            <ac:spMk id="2" creationId="{4A993261-D1C8-2671-5CD5-1626958C5D37}"/>
          </ac:spMkLst>
        </pc:spChg>
      </pc:sldChg>
      <pc:sldMasterChg chg="modSp modSldLayout">
        <pc:chgData name="" userId="" providerId="" clId="Web-{EF62409E-69CE-47F6-8269-FDF39050C970}" dt="2026-10-03T13:23:49.683" v="0" actId="34807"/>
        <pc:sldMasterMkLst>
          <pc:docMk/>
          <pc:sldMasterMk cId="2209977519" sldId="2147483648"/>
        </pc:sldMasterMkLst>
        <pc:spChg chg="mod">
          <ac:chgData name="" userId="" providerId="" clId="Web-{EF62409E-69CE-47F6-8269-FDF39050C970}" dt="2026-10-03T13:23:49.683" v="0" actId="34807"/>
          <ac:spMkLst>
            <pc:docMk/>
            <pc:sldMasterMk cId="2209977519" sldId="2147483648"/>
            <ac:spMk id="2" creationId="{00000000-0000-0000-0000-000000000000}"/>
          </ac:spMkLst>
        </pc:spChg>
        <pc:spChg chg="mod">
          <ac:chgData name="" userId="" providerId="" clId="Web-{EF62409E-69CE-47F6-8269-FDF39050C970}" dt="2026-10-03T13:23:49.683" v="0" actId="34807"/>
          <ac:spMkLst>
            <pc:docMk/>
            <pc:sldMasterMk cId="2209977519" sldId="2147483648"/>
            <ac:spMk id="3" creationId="{00000000-0000-0000-0000-000000000000}"/>
          </ac:spMkLst>
        </pc:spChg>
        <pc:spChg chg="mod">
          <ac:chgData name="" userId="" providerId="" clId="Web-{EF62409E-69CE-47F6-8269-FDF39050C970}" dt="2026-10-03T13:23:49.683" v="0" actId="34807"/>
          <ac:spMkLst>
            <pc:docMk/>
            <pc:sldMasterMk cId="2209977519" sldId="2147483648"/>
            <ac:spMk id="4" creationId="{00000000-0000-0000-0000-000000000000}"/>
          </ac:spMkLst>
        </pc:spChg>
        <pc:spChg chg="mod">
          <ac:chgData name="" userId="" providerId="" clId="Web-{EF62409E-69CE-47F6-8269-FDF39050C970}" dt="2026-10-03T13:23:49.683" v="0" actId="34807"/>
          <ac:spMkLst>
            <pc:docMk/>
            <pc:sldMasterMk cId="2209977519" sldId="2147483648"/>
            <ac:spMk id="5" creationId="{00000000-0000-0000-0000-000000000000}"/>
          </ac:spMkLst>
        </pc:spChg>
        <pc:spChg chg="mod">
          <ac:chgData name="" userId="" providerId="" clId="Web-{EF62409E-69CE-47F6-8269-FDF39050C970}" dt="2026-10-03T13:23:49.683" v="0" actId="34807"/>
          <ac:spMkLst>
            <pc:docMk/>
            <pc:sldMasterMk cId="2209977519" sldId="2147483648"/>
            <ac:spMk id="6" creationId="{00000000-0000-0000-0000-000000000000}"/>
          </ac:spMkLst>
        </pc:spChg>
        <pc:sldLayoutChg chg="modSp">
          <pc:chgData name="" userId="" providerId="" clId="Web-{EF62409E-69CE-47F6-8269-FDF39050C970}" dt="2026-10-03T13:23:49.683" v="0" actId="34807"/>
          <pc:sldLayoutMkLst>
            <pc:docMk/>
            <pc:sldMasterMk cId="2209977519" sldId="2147483648"/>
            <pc:sldLayoutMk cId="3168075583" sldId="2147483649"/>
          </pc:sldLayoutMkLst>
          <pc:spChg chg="mod">
            <ac:chgData name="" userId="" providerId="" clId="Web-{EF62409E-69CE-47F6-8269-FDF39050C970}" dt="2026-10-03T13:23:49.683" v="0" actId="34807"/>
            <ac:spMkLst>
              <pc:docMk/>
              <pc:sldMasterMk cId="2209977519" sldId="2147483648"/>
              <pc:sldLayoutMk cId="3168075583" sldId="2147483649"/>
              <ac:spMk id="2" creationId="{00000000-0000-0000-0000-000000000000}"/>
            </ac:spMkLst>
          </pc:spChg>
          <pc:spChg chg="mod">
            <ac:chgData name="" userId="" providerId="" clId="Web-{EF62409E-69CE-47F6-8269-FDF39050C970}" dt="2026-10-03T13:23:49.683" v="0" actId="34807"/>
            <ac:spMkLst>
              <pc:docMk/>
              <pc:sldMasterMk cId="2209977519" sldId="2147483648"/>
              <pc:sldLayoutMk cId="3168075583" sldId="2147483649"/>
              <ac:spMk id="3" creationId="{00000000-0000-0000-0000-000000000000}"/>
            </ac:spMkLst>
          </pc:spChg>
        </pc:sldLayoutChg>
        <pc:sldLayoutChg chg="modSp">
          <pc:chgData name="" userId="" providerId="" clId="Web-{EF62409E-69CE-47F6-8269-FDF39050C970}" dt="2026-10-03T13:23:49.683" v="0" actId="34807"/>
          <pc:sldLayoutMkLst>
            <pc:docMk/>
            <pc:sldMasterMk cId="2209977519" sldId="2147483648"/>
            <pc:sldLayoutMk cId="960648375" sldId="2147483651"/>
          </pc:sldLayoutMkLst>
          <pc:spChg chg="mod">
            <ac:chgData name="" userId="" providerId="" clId="Web-{EF62409E-69CE-47F6-8269-FDF39050C970}" dt="2026-10-03T13:23:49.683" v="0" actId="34807"/>
            <ac:spMkLst>
              <pc:docMk/>
              <pc:sldMasterMk cId="2209977519" sldId="2147483648"/>
              <pc:sldLayoutMk cId="960648375" sldId="2147483651"/>
              <ac:spMk id="2" creationId="{00000000-0000-0000-0000-000000000000}"/>
            </ac:spMkLst>
          </pc:spChg>
          <pc:spChg chg="mod">
            <ac:chgData name="" userId="" providerId="" clId="Web-{EF62409E-69CE-47F6-8269-FDF39050C970}" dt="2026-10-03T13:23:49.683" v="0" actId="34807"/>
            <ac:spMkLst>
              <pc:docMk/>
              <pc:sldMasterMk cId="2209977519" sldId="2147483648"/>
              <pc:sldLayoutMk cId="960648375" sldId="2147483651"/>
              <ac:spMk id="3" creationId="{00000000-0000-0000-0000-000000000000}"/>
            </ac:spMkLst>
          </pc:spChg>
        </pc:sldLayoutChg>
        <pc:sldLayoutChg chg="modSp">
          <pc:chgData name="" userId="" providerId="" clId="Web-{EF62409E-69CE-47F6-8269-FDF39050C970}" dt="2026-10-03T13:23:49.683" v="0" actId="34807"/>
          <pc:sldLayoutMkLst>
            <pc:docMk/>
            <pc:sldMasterMk cId="2209977519" sldId="2147483648"/>
            <pc:sldLayoutMk cId="2782244947" sldId="2147483652"/>
          </pc:sldLayoutMkLst>
          <pc:spChg chg="mod">
            <ac:chgData name="" userId="" providerId="" clId="Web-{EF62409E-69CE-47F6-8269-FDF39050C970}" dt="2026-10-03T13:23:49.683" v="0" actId="34807"/>
            <ac:spMkLst>
              <pc:docMk/>
              <pc:sldMasterMk cId="2209977519" sldId="2147483648"/>
              <pc:sldLayoutMk cId="2782244947" sldId="2147483652"/>
              <ac:spMk id="3" creationId="{00000000-0000-0000-0000-000000000000}"/>
            </ac:spMkLst>
          </pc:spChg>
          <pc:spChg chg="mod">
            <ac:chgData name="" userId="" providerId="" clId="Web-{EF62409E-69CE-47F6-8269-FDF39050C970}" dt="2026-10-03T13:23:49.683" v="0" actId="34807"/>
            <ac:spMkLst>
              <pc:docMk/>
              <pc:sldMasterMk cId="2209977519" sldId="2147483648"/>
              <pc:sldLayoutMk cId="2782244947" sldId="2147483652"/>
              <ac:spMk id="4" creationId="{00000000-0000-0000-0000-000000000000}"/>
            </ac:spMkLst>
          </pc:spChg>
        </pc:sldLayoutChg>
        <pc:sldLayoutChg chg="modSp">
          <pc:chgData name="" userId="" providerId="" clId="Web-{EF62409E-69CE-47F6-8269-FDF39050C970}" dt="2026-10-03T13:23:49.683" v="0" actId="34807"/>
          <pc:sldLayoutMkLst>
            <pc:docMk/>
            <pc:sldMasterMk cId="2209977519" sldId="2147483648"/>
            <pc:sldLayoutMk cId="990158736" sldId="2147483653"/>
          </pc:sldLayoutMkLst>
          <pc:spChg chg="mod">
            <ac:chgData name="" userId="" providerId="" clId="Web-{EF62409E-69CE-47F6-8269-FDF39050C970}" dt="2026-10-03T13:23:49.683" v="0" actId="34807"/>
            <ac:spMkLst>
              <pc:docMk/>
              <pc:sldMasterMk cId="2209977519" sldId="2147483648"/>
              <pc:sldLayoutMk cId="990158736" sldId="2147483653"/>
              <ac:spMk id="3" creationId="{00000000-0000-0000-0000-000000000000}"/>
            </ac:spMkLst>
          </pc:spChg>
          <pc:spChg chg="mod">
            <ac:chgData name="" userId="" providerId="" clId="Web-{EF62409E-69CE-47F6-8269-FDF39050C970}" dt="2026-10-03T13:23:49.683" v="0" actId="34807"/>
            <ac:spMkLst>
              <pc:docMk/>
              <pc:sldMasterMk cId="2209977519" sldId="2147483648"/>
              <pc:sldLayoutMk cId="990158736" sldId="2147483653"/>
              <ac:spMk id="4" creationId="{00000000-0000-0000-0000-000000000000}"/>
            </ac:spMkLst>
          </pc:spChg>
          <pc:spChg chg="mod">
            <ac:chgData name="" userId="" providerId="" clId="Web-{EF62409E-69CE-47F6-8269-FDF39050C970}" dt="2026-10-03T13:23:49.683" v="0" actId="34807"/>
            <ac:spMkLst>
              <pc:docMk/>
              <pc:sldMasterMk cId="2209977519" sldId="2147483648"/>
              <pc:sldLayoutMk cId="990158736" sldId="2147483653"/>
              <ac:spMk id="5" creationId="{00000000-0000-0000-0000-000000000000}"/>
            </ac:spMkLst>
          </pc:spChg>
          <pc:spChg chg="mod">
            <ac:chgData name="" userId="" providerId="" clId="Web-{EF62409E-69CE-47F6-8269-FDF39050C970}" dt="2026-10-03T13:23:49.683" v="0" actId="34807"/>
            <ac:spMkLst>
              <pc:docMk/>
              <pc:sldMasterMk cId="2209977519" sldId="2147483648"/>
              <pc:sldLayoutMk cId="990158736" sldId="2147483653"/>
              <ac:spMk id="6" creationId="{00000000-0000-0000-0000-000000000000}"/>
            </ac:spMkLst>
          </pc:spChg>
        </pc:sldLayoutChg>
        <pc:sldLayoutChg chg="modSp">
          <pc:chgData name="" userId="" providerId="" clId="Web-{EF62409E-69CE-47F6-8269-FDF39050C970}" dt="2026-10-03T13:23:49.683" v="0" actId="34807"/>
          <pc:sldLayoutMkLst>
            <pc:docMk/>
            <pc:sldMasterMk cId="2209977519" sldId="2147483648"/>
            <pc:sldLayoutMk cId="1840726560" sldId="2147483656"/>
          </pc:sldLayoutMkLst>
          <pc:spChg chg="mod">
            <ac:chgData name="" userId="" providerId="" clId="Web-{EF62409E-69CE-47F6-8269-FDF39050C970}" dt="2026-10-03T13:23:49.683" v="0" actId="34807"/>
            <ac:spMkLst>
              <pc:docMk/>
              <pc:sldMasterMk cId="2209977519" sldId="2147483648"/>
              <pc:sldLayoutMk cId="1840726560" sldId="2147483656"/>
              <ac:spMk id="2" creationId="{00000000-0000-0000-0000-000000000000}"/>
            </ac:spMkLst>
          </pc:spChg>
          <pc:spChg chg="mod">
            <ac:chgData name="" userId="" providerId="" clId="Web-{EF62409E-69CE-47F6-8269-FDF39050C970}" dt="2026-10-03T13:23:49.683" v="0" actId="34807"/>
            <ac:spMkLst>
              <pc:docMk/>
              <pc:sldMasterMk cId="2209977519" sldId="2147483648"/>
              <pc:sldLayoutMk cId="1840726560" sldId="2147483656"/>
              <ac:spMk id="3" creationId="{00000000-0000-0000-0000-000000000000}"/>
            </ac:spMkLst>
          </pc:spChg>
          <pc:spChg chg="mod">
            <ac:chgData name="" userId="" providerId="" clId="Web-{EF62409E-69CE-47F6-8269-FDF39050C970}" dt="2026-10-03T13:23:49.683" v="0" actId="34807"/>
            <ac:spMkLst>
              <pc:docMk/>
              <pc:sldMasterMk cId="2209977519" sldId="2147483648"/>
              <pc:sldLayoutMk cId="1840726560" sldId="2147483656"/>
              <ac:spMk id="4" creationId="{00000000-0000-0000-0000-000000000000}"/>
            </ac:spMkLst>
          </pc:spChg>
        </pc:sldLayoutChg>
        <pc:sldLayoutChg chg="modSp">
          <pc:chgData name="" userId="" providerId="" clId="Web-{EF62409E-69CE-47F6-8269-FDF39050C970}" dt="2026-10-03T13:23:49.683" v="0" actId="34807"/>
          <pc:sldLayoutMkLst>
            <pc:docMk/>
            <pc:sldMasterMk cId="2209977519" sldId="2147483648"/>
            <pc:sldLayoutMk cId="3889236939" sldId="2147483657"/>
          </pc:sldLayoutMkLst>
          <pc:spChg chg="mod">
            <ac:chgData name="" userId="" providerId="" clId="Web-{EF62409E-69CE-47F6-8269-FDF39050C970}" dt="2026-10-03T13:23:49.683" v="0" actId="34807"/>
            <ac:spMkLst>
              <pc:docMk/>
              <pc:sldMasterMk cId="2209977519" sldId="2147483648"/>
              <pc:sldLayoutMk cId="3889236939" sldId="2147483657"/>
              <ac:spMk id="2" creationId="{00000000-0000-0000-0000-000000000000}"/>
            </ac:spMkLst>
          </pc:spChg>
          <pc:spChg chg="mod">
            <ac:chgData name="" userId="" providerId="" clId="Web-{EF62409E-69CE-47F6-8269-FDF39050C970}" dt="2026-10-03T13:23:49.683" v="0" actId="34807"/>
            <ac:spMkLst>
              <pc:docMk/>
              <pc:sldMasterMk cId="2209977519" sldId="2147483648"/>
              <pc:sldLayoutMk cId="3889236939" sldId="2147483657"/>
              <ac:spMk id="3" creationId="{00000000-0000-0000-0000-000000000000}"/>
            </ac:spMkLst>
          </pc:spChg>
          <pc:spChg chg="mod">
            <ac:chgData name="" userId="" providerId="" clId="Web-{EF62409E-69CE-47F6-8269-FDF39050C970}" dt="2026-10-03T13:23:49.683" v="0" actId="34807"/>
            <ac:spMkLst>
              <pc:docMk/>
              <pc:sldMasterMk cId="2209977519" sldId="2147483648"/>
              <pc:sldLayoutMk cId="3889236939" sldId="2147483657"/>
              <ac:spMk id="4" creationId="{00000000-0000-0000-0000-000000000000}"/>
            </ac:spMkLst>
          </pc:spChg>
        </pc:sldLayoutChg>
        <pc:sldLayoutChg chg="modSp">
          <pc:chgData name="" userId="" providerId="" clId="Web-{EF62409E-69CE-47F6-8269-FDF39050C970}" dt="2026-10-03T13:23:49.683" v="0" actId="34807"/>
          <pc:sldLayoutMkLst>
            <pc:docMk/>
            <pc:sldMasterMk cId="2209977519" sldId="2147483648"/>
            <pc:sldLayoutMk cId="3612223792" sldId="2147483659"/>
          </pc:sldLayoutMkLst>
          <pc:spChg chg="mod">
            <ac:chgData name="" userId="" providerId="" clId="Web-{EF62409E-69CE-47F6-8269-FDF39050C970}" dt="2026-10-03T13:23:49.683" v="0" actId="34807"/>
            <ac:spMkLst>
              <pc:docMk/>
              <pc:sldMasterMk cId="2209977519" sldId="2147483648"/>
              <pc:sldLayoutMk cId="3612223792" sldId="2147483659"/>
              <ac:spMk id="2" creationId="{00000000-0000-0000-0000-000000000000}"/>
            </ac:spMkLst>
          </pc:spChg>
          <pc:spChg chg="mod">
            <ac:chgData name="" userId="" providerId="" clId="Web-{EF62409E-69CE-47F6-8269-FDF39050C970}" dt="2026-10-03T13:23:49.683" v="0" actId="34807"/>
            <ac:spMkLst>
              <pc:docMk/>
              <pc:sldMasterMk cId="2209977519" sldId="2147483648"/>
              <pc:sldLayoutMk cId="3612223792" sldId="2147483659"/>
              <ac:spMk id="3" creationId="{00000000-0000-0000-0000-000000000000}"/>
            </ac:spMkLst>
          </pc:spChg>
        </pc:sldLayoutChg>
      </pc:sldMasterChg>
    </pc:docChg>
  </pc:docChgLst>
  <pc:docChgLst>
    <pc:chgData clId="Web-{89EBC553-5CA7-4228-8048-B6432FE32595}"/>
    <pc:docChg chg="modSld">
      <pc:chgData name="" userId="" providerId="" clId="Web-{89EBC553-5CA7-4228-8048-B6432FE32595}" dt="2026-10-03T14:27:54.333" v="1" actId="34807"/>
      <pc:docMkLst>
        <pc:docMk/>
      </pc:docMkLst>
      <pc:sldChg chg="addSp delSp modSp">
        <pc:chgData name="" userId="" providerId="" clId="Web-{89EBC553-5CA7-4228-8048-B6432FE32595}" dt="2026-10-03T14:27:54.333" v="1" actId="34807"/>
        <pc:sldMkLst>
          <pc:docMk/>
          <pc:sldMk cId="3360465768" sldId="457"/>
        </pc:sldMkLst>
        <pc:spChg chg="mod">
          <ac:chgData name="" userId="" providerId="" clId="Web-{89EBC553-5CA7-4228-8048-B6432FE32595}" dt="2026-10-03T14:27:54.333" v="1" actId="34807"/>
          <ac:spMkLst>
            <pc:docMk/>
            <pc:sldMk cId="3360465768" sldId="457"/>
            <ac:spMk id="353" creationId="{8111A7B6-AD78-C707-905B-720E7AE76B60}"/>
          </ac:spMkLst>
        </pc:spChg>
        <pc:spChg chg="del">
          <ac:chgData name="" userId="" providerId="" clId="Web-{89EBC553-5CA7-4228-8048-B6432FE32595}" dt="2026-10-03T14:27:54.333" v="1" actId="34807"/>
          <ac:spMkLst>
            <pc:docMk/>
            <pc:sldMk cId="3360465768" sldId="457"/>
            <ac:spMk id="380" creationId="{B9A3D900-2F4F-3502-2CFD-C01C29CC6667}"/>
          </ac:spMkLst>
        </pc:spChg>
        <pc:spChg chg="add mod">
          <ac:chgData name="" userId="" providerId="" clId="Web-{89EBC553-5CA7-4228-8048-B6432FE32595}" dt="2026-10-03T14:27:53.239" v="0" actId="34807"/>
          <ac:spMkLst>
            <pc:docMk/>
            <pc:sldMk cId="3360465768" sldId="457"/>
            <ac:spMk id="17602" creationId="{601BA203-0CDF-B45B-4903-AAA0C19E8584}"/>
          </ac:spMkLst>
        </pc:spChg>
      </pc:sldChg>
      <pc:sldChg chg="addSp delSp modSp">
        <pc:chgData name="" userId="" providerId="" clId="Web-{89EBC553-5CA7-4228-8048-B6432FE32595}" dt="2026-10-03T14:27:54.333" v="1" actId="34807"/>
        <pc:sldMkLst>
          <pc:docMk/>
          <pc:sldMk cId="2386789376" sldId="659"/>
        </pc:sldMkLst>
        <pc:spChg chg="mod">
          <ac:chgData name="" userId="" providerId="" clId="Web-{89EBC553-5CA7-4228-8048-B6432FE32595}" dt="2026-10-03T14:27:54.333" v="1" actId="34807"/>
          <ac:spMkLst>
            <pc:docMk/>
            <pc:sldMk cId="2386789376" sldId="659"/>
            <ac:spMk id="1772" creationId="{EF139840-7E8E-3BAD-602C-711598F8EEAF}"/>
          </ac:spMkLst>
        </pc:spChg>
        <pc:spChg chg="del">
          <ac:chgData name="" userId="" providerId="" clId="Web-{89EBC553-5CA7-4228-8048-B6432FE32595}" dt="2026-10-03T14:27:54.333" v="1" actId="34807"/>
          <ac:spMkLst>
            <pc:docMk/>
            <pc:sldMk cId="2386789376" sldId="659"/>
            <ac:spMk id="1955" creationId="{4BBA54FB-69BC-75FB-0CBB-3BC8B43DFB20}"/>
          </ac:spMkLst>
        </pc:spChg>
        <pc:spChg chg="add mod">
          <ac:chgData name="" userId="" providerId="" clId="Web-{89EBC553-5CA7-4228-8048-B6432FE32595}" dt="2026-10-03T14:27:53.239" v="0" actId="34807"/>
          <ac:spMkLst>
            <pc:docMk/>
            <pc:sldMk cId="2386789376" sldId="659"/>
            <ac:spMk id="17604" creationId="{44C4D27C-26A4-B557-F603-12574F38A60F}"/>
          </ac:spMkLst>
        </pc:spChg>
      </pc:sldChg>
      <pc:sldChg chg="addSp delSp modSp">
        <pc:chgData name="" userId="" providerId="" clId="Web-{89EBC553-5CA7-4228-8048-B6432FE32595}" dt="2026-10-03T14:27:54.333" v="1" actId="34807"/>
        <pc:sldMkLst>
          <pc:docMk/>
          <pc:sldMk cId="1986816051" sldId="1271"/>
        </pc:sldMkLst>
        <pc:spChg chg="del">
          <ac:chgData name="" userId="" providerId="" clId="Web-{89EBC553-5CA7-4228-8048-B6432FE32595}" dt="2026-10-03T14:27:54.333" v="1" actId="34807"/>
          <ac:spMkLst>
            <pc:docMk/>
            <pc:sldMk cId="1986816051" sldId="1271"/>
            <ac:spMk id="16880" creationId="{DB59281A-D913-B7FE-D7A0-E935933C1BD0}"/>
          </ac:spMkLst>
        </pc:spChg>
        <pc:spChg chg="del">
          <ac:chgData name="" userId="" providerId="" clId="Web-{89EBC553-5CA7-4228-8048-B6432FE32595}" dt="2026-10-03T14:27:54.333" v="1" actId="34807"/>
          <ac:spMkLst>
            <pc:docMk/>
            <pc:sldMk cId="1986816051" sldId="1271"/>
            <ac:spMk id="16906" creationId="{6A8EF1A7-D8C3-D327-AF4D-8A8467DBB6FC}"/>
          </ac:spMkLst>
        </pc:spChg>
        <pc:spChg chg="del">
          <ac:chgData name="" userId="" providerId="" clId="Web-{89EBC553-5CA7-4228-8048-B6432FE32595}" dt="2026-10-03T14:27:54.333" v="1" actId="34807"/>
          <ac:spMkLst>
            <pc:docMk/>
            <pc:sldMk cId="1986816051" sldId="1271"/>
            <ac:spMk id="16961" creationId="{E83499AE-540E-D778-0E74-E73CBA6B7DDE}"/>
          </ac:spMkLst>
        </pc:spChg>
        <pc:spChg chg="del">
          <ac:chgData name="" userId="" providerId="" clId="Web-{89EBC553-5CA7-4228-8048-B6432FE32595}" dt="2026-10-03T14:27:54.333" v="1" actId="34807"/>
          <ac:spMkLst>
            <pc:docMk/>
            <pc:sldMk cId="1986816051" sldId="1271"/>
            <ac:spMk id="16990" creationId="{8ADD908D-B1A0-A41A-A361-1EA4660B369A}"/>
          </ac:spMkLst>
        </pc:spChg>
        <pc:spChg chg="del">
          <ac:chgData name="" userId="" providerId="" clId="Web-{89EBC553-5CA7-4228-8048-B6432FE32595}" dt="2026-10-03T14:27:54.333" v="1" actId="34807"/>
          <ac:spMkLst>
            <pc:docMk/>
            <pc:sldMk cId="1986816051" sldId="1271"/>
            <ac:spMk id="17051" creationId="{9BC99BD4-F246-9946-1AEE-31169FF0A773}"/>
          </ac:spMkLst>
        </pc:spChg>
        <pc:spChg chg="del">
          <ac:chgData name="" userId="" providerId="" clId="Web-{89EBC553-5CA7-4228-8048-B6432FE32595}" dt="2026-10-03T14:27:54.333" v="1" actId="34807"/>
          <ac:spMkLst>
            <pc:docMk/>
            <pc:sldMk cId="1986816051" sldId="1271"/>
            <ac:spMk id="17083" creationId="{77B08109-D4D4-CB6D-7598-DBA8177158F1}"/>
          </ac:spMkLst>
        </pc:spChg>
        <pc:spChg chg="del">
          <ac:chgData name="" userId="" providerId="" clId="Web-{89EBC553-5CA7-4228-8048-B6432FE32595}" dt="2026-10-03T14:27:54.333" v="1" actId="34807"/>
          <ac:spMkLst>
            <pc:docMk/>
            <pc:sldMk cId="1986816051" sldId="1271"/>
            <ac:spMk id="17150" creationId="{3BB6E78D-5734-F8EB-F83B-2BB3DE9E2559}"/>
          </ac:spMkLst>
        </pc:spChg>
        <pc:spChg chg="del">
          <ac:chgData name="" userId="" providerId="" clId="Web-{89EBC553-5CA7-4228-8048-B6432FE32595}" dt="2026-10-03T14:27:54.333" v="1" actId="34807"/>
          <ac:spMkLst>
            <pc:docMk/>
            <pc:sldMk cId="1986816051" sldId="1271"/>
            <ac:spMk id="17185" creationId="{B51C12C3-C2F5-AF33-FA75-C5789B228BE0}"/>
          </ac:spMkLst>
        </pc:spChg>
        <pc:spChg chg="del">
          <ac:chgData name="" userId="" providerId="" clId="Web-{89EBC553-5CA7-4228-8048-B6432FE32595}" dt="2026-10-03T14:27:54.333" v="1" actId="34807"/>
          <ac:spMkLst>
            <pc:docMk/>
            <pc:sldMk cId="1986816051" sldId="1271"/>
            <ac:spMk id="17221" creationId="{75BEB74F-6545-CDFA-B1D3-4E3B2CCE984A}"/>
          </ac:spMkLst>
        </pc:spChg>
        <pc:spChg chg="add mod">
          <ac:chgData name="" userId="" providerId="" clId="Web-{89EBC553-5CA7-4228-8048-B6432FE32595}" dt="2026-10-03T14:27:53.239" v="0" actId="34807"/>
          <ac:spMkLst>
            <pc:docMk/>
            <pc:sldMk cId="1986816051" sldId="1271"/>
            <ac:spMk id="17607" creationId="{9E5B1610-0178-776E-9A2D-AFFE803BF98E}"/>
          </ac:spMkLst>
        </pc:spChg>
        <pc:spChg chg="add mod">
          <ac:chgData name="" userId="" providerId="" clId="Web-{89EBC553-5CA7-4228-8048-B6432FE32595}" dt="2026-10-03T14:27:53.239" v="0" actId="34807"/>
          <ac:spMkLst>
            <pc:docMk/>
            <pc:sldMk cId="1986816051" sldId="1271"/>
            <ac:spMk id="17611" creationId="{5EF95686-ED0A-292E-7B7D-FDFBE4FACEAE}"/>
          </ac:spMkLst>
        </pc:spChg>
        <pc:spChg chg="add mod">
          <ac:chgData name="" userId="" providerId="" clId="Web-{89EBC553-5CA7-4228-8048-B6432FE32595}" dt="2026-10-03T14:27:53.239" v="0" actId="34807"/>
          <ac:spMkLst>
            <pc:docMk/>
            <pc:sldMk cId="1986816051" sldId="1271"/>
            <ac:spMk id="17616" creationId="{0253CD20-F738-7019-F54D-F3C4D40348A4}"/>
          </ac:spMkLst>
        </pc:spChg>
        <pc:spChg chg="add mod">
          <ac:chgData name="" userId="" providerId="" clId="Web-{89EBC553-5CA7-4228-8048-B6432FE32595}" dt="2026-10-03T14:27:53.239" v="0" actId="34807"/>
          <ac:spMkLst>
            <pc:docMk/>
            <pc:sldMk cId="1986816051" sldId="1271"/>
            <ac:spMk id="17622" creationId="{A75A19F2-638D-5CDA-D316-E5042CE0EF6C}"/>
          </ac:spMkLst>
        </pc:spChg>
        <pc:spChg chg="add mod">
          <ac:chgData name="" userId="" providerId="" clId="Web-{89EBC553-5CA7-4228-8048-B6432FE32595}" dt="2026-10-03T14:27:53.239" v="0" actId="34807"/>
          <ac:spMkLst>
            <pc:docMk/>
            <pc:sldMk cId="1986816051" sldId="1271"/>
            <ac:spMk id="17629" creationId="{CE17DC20-5ED7-79BF-2950-96CCB092D61F}"/>
          </ac:spMkLst>
        </pc:spChg>
      </pc:sldChg>
      <pc:sldChg chg="modSp">
        <pc:chgData name="" userId="" providerId="" clId="Web-{89EBC553-5CA7-4228-8048-B6432FE32595}" dt="2026-10-03T14:27:54.333" v="1" actId="34807"/>
        <pc:sldMkLst>
          <pc:docMk/>
          <pc:sldMk cId="3102385432" sldId="2101"/>
        </pc:sldMkLst>
        <pc:spChg chg="mod">
          <ac:chgData name="" userId="" providerId="" clId="Web-{89EBC553-5CA7-4228-8048-B6432FE32595}" dt="2026-10-03T14:27:54.333" v="1" actId="34807"/>
          <ac:spMkLst>
            <pc:docMk/>
            <pc:sldMk cId="3102385432" sldId="2101"/>
            <ac:spMk id="7781" creationId="{70FE321D-FE9B-2D81-9298-0DFED2476A61}"/>
          </ac:spMkLst>
        </pc:spChg>
        <pc:spChg chg="mod">
          <ac:chgData name="" userId="" providerId="" clId="Web-{89EBC553-5CA7-4228-8048-B6432FE32595}" dt="2026-10-03T14:27:54.333" v="1" actId="34807"/>
          <ac:spMkLst>
            <pc:docMk/>
            <pc:sldMk cId="3102385432" sldId="2101"/>
            <ac:spMk id="7970" creationId="{87E2377C-D1D8-5A83-666F-6D2B522F1B3F}"/>
          </ac:spMkLst>
        </pc:spChg>
        <pc:spChg chg="mod">
          <ac:chgData name="" userId="" providerId="" clId="Web-{89EBC553-5CA7-4228-8048-B6432FE32595}" dt="2026-10-03T14:27:54.333" v="1" actId="34807"/>
          <ac:spMkLst>
            <pc:docMk/>
            <pc:sldMk cId="3102385432" sldId="2101"/>
            <ac:spMk id="8195" creationId="{11BE7679-F256-DF47-E278-040003243247}"/>
          </ac:spMkLst>
        </pc:spChg>
        <pc:spChg chg="mod">
          <ac:chgData name="" userId="" providerId="" clId="Web-{89EBC553-5CA7-4228-8048-B6432FE32595}" dt="2026-10-03T14:27:54.333" v="1" actId="34807"/>
          <ac:spMkLst>
            <pc:docMk/>
            <pc:sldMk cId="3102385432" sldId="2101"/>
            <ac:spMk id="8551" creationId="{86063391-6657-E1AC-1839-74504B968806}"/>
          </ac:spMkLst>
        </pc:spChg>
        <pc:spChg chg="mod">
          <ac:chgData name="" userId="" providerId="" clId="Web-{89EBC553-5CA7-4228-8048-B6432FE32595}" dt="2026-10-03T14:27:54.333" v="1" actId="34807"/>
          <ac:spMkLst>
            <pc:docMk/>
            <pc:sldMk cId="3102385432" sldId="2101"/>
            <ac:spMk id="8701" creationId="{92B3264D-EC33-E11A-72D1-CC2A8C155852}"/>
          </ac:spMkLst>
        </pc:spChg>
      </pc:sldChg>
      <pc:sldChg chg="modSp">
        <pc:chgData name="" userId="" providerId="" clId="Web-{89EBC553-5CA7-4228-8048-B6432FE32595}" dt="2026-10-03T14:27:54.333" v="1" actId="34807"/>
        <pc:sldMkLst>
          <pc:docMk/>
          <pc:sldMk cId="1271856997" sldId="2522"/>
        </pc:sldMkLst>
        <pc:spChg chg="mod">
          <ac:chgData name="" userId="" providerId="" clId="Web-{89EBC553-5CA7-4228-8048-B6432FE32595}" dt="2026-10-03T14:27:54.333" v="1" actId="34807"/>
          <ac:spMkLst>
            <pc:docMk/>
            <pc:sldMk cId="1271856997" sldId="2522"/>
            <ac:spMk id="12031" creationId="{6DD24353-7820-71AC-8B88-1FB68A4A6DC9}"/>
          </ac:spMkLst>
        </pc:spChg>
        <pc:spChg chg="mod">
          <ac:chgData name="" userId="" providerId="" clId="Web-{89EBC553-5CA7-4228-8048-B6432FE32595}" dt="2026-10-03T14:27:54.333" v="1" actId="34807"/>
          <ac:spMkLst>
            <pc:docMk/>
            <pc:sldMk cId="1271856997" sldId="2522"/>
            <ac:spMk id="12325" creationId="{0E22E87B-B1E7-C160-3F4E-B1B94816FAD4}"/>
          </ac:spMkLst>
        </pc:spChg>
        <pc:spChg chg="mod">
          <ac:chgData name="" userId="" providerId="" clId="Web-{89EBC553-5CA7-4228-8048-B6432FE32595}" dt="2026-10-03T14:27:54.333" v="1" actId="34807"/>
          <ac:spMkLst>
            <pc:docMk/>
            <pc:sldMk cId="1271856997" sldId="2522"/>
            <ac:spMk id="12628" creationId="{7F6532F0-DE27-8F9F-C958-0E53A25694BE}"/>
          </ac:spMkLst>
        </pc:spChg>
        <pc:spChg chg="mod">
          <ac:chgData name="" userId="" providerId="" clId="Web-{89EBC553-5CA7-4228-8048-B6432FE32595}" dt="2026-10-03T14:27:54.333" v="1" actId="34807"/>
          <ac:spMkLst>
            <pc:docMk/>
            <pc:sldMk cId="1271856997" sldId="2522"/>
            <ac:spMk id="12940" creationId="{86CF6A58-7073-DD20-C1D0-33AB0FE082B8}"/>
          </ac:spMkLst>
        </pc:spChg>
        <pc:spChg chg="mod">
          <ac:chgData name="" userId="" providerId="" clId="Web-{89EBC553-5CA7-4228-8048-B6432FE32595}" dt="2026-10-03T14:27:54.333" v="1" actId="34807"/>
          <ac:spMkLst>
            <pc:docMk/>
            <pc:sldMk cId="1271856997" sldId="2522"/>
            <ac:spMk id="13261" creationId="{559D5520-75D5-518D-5F30-E13890C9DC28}"/>
          </ac:spMkLst>
        </pc:spChg>
        <pc:spChg chg="mod">
          <ac:chgData name="" userId="" providerId="" clId="Web-{89EBC553-5CA7-4228-8048-B6432FE32595}" dt="2026-10-03T14:27:54.333" v="1" actId="34807"/>
          <ac:spMkLst>
            <pc:docMk/>
            <pc:sldMk cId="1271856997" sldId="2522"/>
            <ac:spMk id="13591" creationId="{0845EB39-C144-3192-EDE9-45D395E551AF}"/>
          </ac:spMkLst>
        </pc:spChg>
        <pc:spChg chg="mod">
          <ac:chgData name="" userId="" providerId="" clId="Web-{89EBC553-5CA7-4228-8048-B6432FE32595}" dt="2026-10-03T14:27:54.333" v="1" actId="34807"/>
          <ac:spMkLst>
            <pc:docMk/>
            <pc:sldMk cId="1271856997" sldId="2522"/>
            <ac:spMk id="13930" creationId="{6C6DF8C1-A13F-3954-55A2-F3D795FDC997}"/>
          </ac:spMkLst>
        </pc:spChg>
      </pc:sldChg>
    </pc:docChg>
  </pc:docChgLst>
</pc:chgInfo>
</file>

<file path=ppt/charts/_rels/chart1.xml.rels><?xml version="1.0" encoding="UTF-8" standalone="yes"?>
<Relationships xmlns="http://schemas.openxmlformats.org/package/2006/relationships"><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Net leverage vs covenant maximum (x)</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Net leverage (x)</c:v>
                </c:pt>
              </c:strCache>
            </c:strRef>
          </c:tx>
          <c:spPr>
            <a:ln w="28575" cap="rnd">
              <a:solidFill>
                <a:schemeClr val="accent1"/>
              </a:solidFill>
              <a:round/>
            </a:ln>
            <a:effectLst/>
          </c:spPr>
          <c:marker>
            <c:symbol val="none"/>
          </c:marker>
          <c:cat>
            <c:strRef>
              <c:f>Sheet1!$A$2:$A$3</c:f>
              <c:strCache>
                <c:ptCount val="4"/>
                <c:pt idx="0">
                  <c:v>Closing (pro-forma)</c:v>
                </c:pt>
                <c:pt idx="1">
                  <c:v>Year 1</c:v>
                </c:pt>
                <c:pt idx="2">
                  <c:v>Year 2</c:v>
                </c:pt>
                <c:pt idx="3">
                  <c:v>Year 3</c:v>
                </c:pt>
              </c:strCache>
            </c:strRef>
          </c:cat>
          <c:val>
            <c:numRef>
              <c:f>Sheet1!$B$2:$B$3</c:f>
              <c:numCache>
                <c:formatCode>General</c:formatCode>
                <c:ptCount val="4"/>
                <c:pt idx="0">
                  <c:v>2.69</c:v>
                </c:pt>
                <c:pt idx="1">
                  <c:v>2.2600000000000002</c:v>
                </c:pt>
                <c:pt idx="2">
                  <c:v>1.8</c:v>
                </c:pt>
                <c:pt idx="3">
                  <c:v>1.37</c:v>
                </c:pt>
              </c:numCache>
            </c:numRef>
          </c:val>
          <c:smooth val="0"/>
          <c:extLst>
            <c:ext xmlns:c16="http://schemas.microsoft.com/office/drawing/2014/chart" uri="{C3380CC4-5D6E-409C-BE32-E72D297353CC}">
              <c16:uniqueId val="{00000000-1813-460B-AD8E-DAE7AB448FE5}"/>
            </c:ext>
          </c:extLst>
        </c:ser>
        <c:ser>
          <c:idx val="1"/>
          <c:order val="1"/>
          <c:tx>
            <c:strRef>
              <c:f>Sheet1!$C$1</c:f>
              <c:strCache>
                <c:ptCount val="1"/>
                <c:pt idx="0">
                  <c:v>Covenant maximum (x)</c:v>
                </c:pt>
              </c:strCache>
            </c:strRef>
          </c:tx>
          <c:spPr>
            <a:ln w="28575" cap="rnd">
              <a:solidFill>
                <a:schemeClr val="accent2"/>
              </a:solidFill>
              <a:round/>
            </a:ln>
            <a:effectLst/>
          </c:spPr>
          <c:marker>
            <c:symbol val="none"/>
          </c:marker>
          <c:cat>
            <c:strRef>
              <c:f>Sheet1!$A$2:$A$3</c:f>
              <c:strCache>
                <c:ptCount val="4"/>
                <c:pt idx="0">
                  <c:v>Closing (pro-forma)</c:v>
                </c:pt>
                <c:pt idx="1">
                  <c:v>Year 1</c:v>
                </c:pt>
                <c:pt idx="2">
                  <c:v>Year 2</c:v>
                </c:pt>
                <c:pt idx="3">
                  <c:v>Year 3</c:v>
                </c:pt>
              </c:strCache>
            </c:strRef>
          </c:cat>
          <c:val>
            <c:numRef>
              <c:f>Sheet1!$C$2:$C$3</c:f>
              <c:numCache>
                <c:formatCode>General</c:formatCode>
                <c:ptCount val="4"/>
                <c:pt idx="0">
                  <c:v>3.25</c:v>
                </c:pt>
                <c:pt idx="1">
                  <c:v>3.25</c:v>
                </c:pt>
                <c:pt idx="2">
                  <c:v>3.25</c:v>
                </c:pt>
                <c:pt idx="3">
                  <c:v>3</c:v>
                </c:pt>
              </c:numCache>
            </c:numRef>
          </c:val>
          <c:smooth val="0"/>
          <c:extLst>
            <c:ext xmlns:c16="http://schemas.microsoft.com/office/drawing/2014/chart" uri="{C3380CC4-5D6E-409C-BE32-E72D297353CC}">
              <c16:uniqueId val="{00000001-1813-460B-AD8E-DAE7AB448FE5}"/>
            </c:ext>
          </c:extLst>
        </c:ser>
        <c:dLbls>
          <c:showLegendKey val="0"/>
          <c:showVal val="0"/>
          <c:showCatName val="0"/>
          <c:showSerName val="0"/>
          <c:showPercent val="0"/>
          <c:showBubbleSize val="0"/>
        </c:dLbls>
        <c:smooth val="0"/>
        <c:axId val="913880688"/>
        <c:axId val="913881648"/>
      </c:lineChart>
      <c:catAx>
        <c:axId val="9138806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913881648"/>
        <c:crosses val="autoZero"/>
        <c:auto val="1"/>
        <c:lblAlgn val="ctr"/>
        <c:lblOffset val="100"/>
        <c:noMultiLvlLbl val="0"/>
      </c:catAx>
      <c:valAx>
        <c:axId val="91388164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91388068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63E51A-C43A-4D42-8914-3A3535576DE9}" type="datetimeFigureOut">
              <a:t>10/3/2026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FE88F0-DA90-4550-A784-32925D1FA2FA}" type="slidenum">
              <a:t>‹#›</a:t>
            </a:fld>
            <a:endParaRPr lang="en-US"/>
          </a:p>
        </p:txBody>
      </p:sp>
    </p:spTree>
    <p:extLst>
      <p:ext uri="{BB962C8B-B14F-4D97-AF65-F5344CB8AC3E}">
        <p14:creationId xmlns:p14="http://schemas.microsoft.com/office/powerpoint/2010/main" val="10395834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Good afternoon. I am here for a decision on Project Meridian: Fabrikam's request for MUFG EMEA to lead the financing of its acquisition of Contoso Energy Materials. Fabrikam has banked with us for decades, and this is exactly the kind of cross-border relationship Project Meridian was set up to deepen. In ten minutes I will cover the decision, the deal, the numbers, the risks and the conditions. The number to hold on to is €800m – the total financing Fabrikam has asked us to lead.</a:t>
            </a:r>
          </a:p>
        </p:txBody>
      </p:sp>
      <p:sp>
        <p:nvSpPr>
          <p:cNvPr id="4" name="Slide Number Placeholder 3"/>
          <p:cNvSpPr>
            <a:spLocks noGrp="1"/>
          </p:cNvSpPr>
          <p:nvPr>
            <p:ph type="sldNum" sz="quarter" idx="5"/>
          </p:nvPr>
        </p:nvSpPr>
        <p:spPr/>
        <p:txBody>
          <a:bodyPr/>
          <a:lstStyle/>
          <a:p>
            <a:fld id="{84FE88F0-DA90-4550-A784-32925D1FA2FA}" type="slidenum">
              <a:t>1</a:t>
            </a:fld>
            <a:endParaRPr lang="en-US"/>
          </a:p>
        </p:txBody>
      </p:sp>
    </p:spTree>
    <p:extLst>
      <p:ext uri="{BB962C8B-B14F-4D97-AF65-F5344CB8AC3E}">
        <p14:creationId xmlns:p14="http://schemas.microsoft.com/office/powerpoint/2010/main" val="35343351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Let me start with the ask, so you know what I need from you today. We propose that MUFG EMEA acts as Mandated Lead Arranger and Bookrunner, keeping a final hold of €250m. We tested €200m and €300m; €250m is the balance between risk appetite, returns and the client's expectations. The approval is conditional on three points: open compliance items and the Dunkirk ESG review closed before signing, and an agreed hedging strategy with MUFG as coordinator. The number: €250m.</a:t>
            </a:r>
          </a:p>
        </p:txBody>
      </p:sp>
      <p:sp>
        <p:nvSpPr>
          <p:cNvPr id="4" name="Slide Number Placeholder 3"/>
          <p:cNvSpPr>
            <a:spLocks noGrp="1"/>
          </p:cNvSpPr>
          <p:nvPr>
            <p:ph type="sldNum" sz="quarter" idx="5"/>
          </p:nvPr>
        </p:nvSpPr>
        <p:spPr/>
        <p:txBody>
          <a:bodyPr/>
          <a:lstStyle/>
          <a:p>
            <a:fld id="{84FE88F0-DA90-4550-A784-32925D1FA2FA}" type="slidenum">
              <a:t>2</a:t>
            </a:fld>
            <a:endParaRPr lang="en-US"/>
          </a:p>
        </p:txBody>
      </p:sp>
    </p:spTree>
    <p:extLst>
      <p:ext uri="{BB962C8B-B14F-4D97-AF65-F5344CB8AC3E}">
        <p14:creationId xmlns:p14="http://schemas.microsoft.com/office/powerpoint/2010/main" val="19949575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is the whole case on one page. The client opportunity is strong. The credit is sound: pro-forma leverage of 2.7x, falling quickly. The portfolio constraint is real: Industrials is already above our early-warning level, so the size of our hold matters. And the returns depend on the wider relationship: 2.01% on the loan alone, 3.20% with hedging and cash management. If you remember one number from this slide, make it 3.20% – that is what clears our 2.5% hurdle.</a:t>
            </a:r>
          </a:p>
        </p:txBody>
      </p:sp>
      <p:sp>
        <p:nvSpPr>
          <p:cNvPr id="4" name="Slide Number Placeholder 3"/>
          <p:cNvSpPr>
            <a:spLocks noGrp="1"/>
          </p:cNvSpPr>
          <p:nvPr>
            <p:ph type="sldNum" sz="quarter" idx="5"/>
          </p:nvPr>
        </p:nvSpPr>
        <p:spPr/>
        <p:txBody>
          <a:bodyPr/>
          <a:lstStyle/>
          <a:p>
            <a:fld id="{84FE88F0-DA90-4550-A784-32925D1FA2FA}" type="slidenum">
              <a:t>3</a:t>
            </a:fld>
            <a:endParaRPr lang="en-US"/>
          </a:p>
        </p:txBody>
      </p:sp>
    </p:spTree>
    <p:extLst>
      <p:ext uri="{BB962C8B-B14F-4D97-AF65-F5344CB8AC3E}">
        <p14:creationId xmlns:p14="http://schemas.microsoft.com/office/powerpoint/2010/main" val="12514622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Fabrikam is buying Contoso Energy Materials, a battery-materials recycler with plants in Eindhoven and Dunkirk, for an enterprise value of €1,200m – about 10.9 times 2025 EBITDA. The logic is a closed-loop supply of nickel, cobalt and lithium for Fabrikam's EV component business. For us, it means leading a transaction for a client we have served for decades, with hedging and cash-management business across the Netherlands, France and the UAE. The number: €5.11m of relationship revenue a year.</a:t>
            </a:r>
          </a:p>
        </p:txBody>
      </p:sp>
      <p:sp>
        <p:nvSpPr>
          <p:cNvPr id="4" name="Slide Number Placeholder 3"/>
          <p:cNvSpPr>
            <a:spLocks noGrp="1"/>
          </p:cNvSpPr>
          <p:nvPr>
            <p:ph type="sldNum" sz="quarter" idx="5"/>
          </p:nvPr>
        </p:nvSpPr>
        <p:spPr/>
        <p:txBody>
          <a:bodyPr/>
          <a:lstStyle/>
          <a:p>
            <a:fld id="{84FE88F0-DA90-4550-A784-32925D1FA2FA}" type="slidenum">
              <a:t>4</a:t>
            </a:fld>
            <a:endParaRPr lang="en-US"/>
          </a:p>
        </p:txBody>
      </p:sp>
    </p:spTree>
    <p:extLst>
      <p:ext uri="{BB962C8B-B14F-4D97-AF65-F5344CB8AC3E}">
        <p14:creationId xmlns:p14="http://schemas.microsoft.com/office/powerpoint/2010/main" val="32293679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structure is straightforward. Fabrikam Europe borrows and the Tokyo parent guarantees. Term Loan A of €600m is drawn at closing; the €200m revolving facility is undrawn. Both run for five years. Indicative pricing is EURIBOR plus 135 basis points on the term loan and 110 on the revolver, with an optional sustainability-linked adjustment of plus or minus 5 basis points. Half of the price comes from Fabrikam's own cash. The number to note: €600m drawn at closing.</a:t>
            </a:r>
          </a:p>
        </p:txBody>
      </p:sp>
      <p:sp>
        <p:nvSpPr>
          <p:cNvPr id="4" name="Slide Number Placeholder 3"/>
          <p:cNvSpPr>
            <a:spLocks noGrp="1"/>
          </p:cNvSpPr>
          <p:nvPr>
            <p:ph type="sldNum" sz="quarter" idx="5"/>
          </p:nvPr>
        </p:nvSpPr>
        <p:spPr/>
        <p:txBody>
          <a:bodyPr/>
          <a:lstStyle/>
          <a:p>
            <a:fld id="{84FE88F0-DA90-4550-A784-32925D1FA2FA}" type="slidenum">
              <a:t>5</a:t>
            </a:fld>
            <a:endParaRPr lang="en-US"/>
          </a:p>
        </p:txBody>
      </p:sp>
    </p:spTree>
    <p:extLst>
      <p:ext uri="{BB962C8B-B14F-4D97-AF65-F5344CB8AC3E}">
        <p14:creationId xmlns:p14="http://schemas.microsoft.com/office/powerpoint/2010/main" val="17375851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 the credit: using FY2025 audited EBITDA of €930m plus Contoso's €110m, pro-forma leverage is 2.7x at closing. That leaves 17.2% EBITDA headroom against the 3.25x covenant, and leverage falls to 2.26x in the first year and 1.37x by Year 3. The sensitivity is the honest test: EBITDA can fall 15% and we stay within the covenant at 3.17x; a 20% fall would breach it. The number to remember: 2.7x.</a:t>
            </a:r>
          </a:p>
        </p:txBody>
      </p:sp>
      <p:sp>
        <p:nvSpPr>
          <p:cNvPr id="4" name="Slide Number Placeholder 3"/>
          <p:cNvSpPr>
            <a:spLocks noGrp="1"/>
          </p:cNvSpPr>
          <p:nvPr>
            <p:ph type="sldNum" sz="quarter" idx="5"/>
          </p:nvPr>
        </p:nvSpPr>
        <p:spPr/>
        <p:txBody>
          <a:bodyPr/>
          <a:lstStyle/>
          <a:p>
            <a:fld id="{84FE88F0-DA90-4550-A784-32925D1FA2FA}" type="slidenum">
              <a:t>6</a:t>
            </a:fld>
            <a:endParaRPr lang="en-US"/>
          </a:p>
        </p:txBody>
      </p:sp>
    </p:spTree>
    <p:extLst>
      <p:ext uri="{BB962C8B-B14F-4D97-AF65-F5344CB8AC3E}">
        <p14:creationId xmlns:p14="http://schemas.microsoft.com/office/powerpoint/2010/main" val="40972845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context we decide in. The portfolio stands at €27.6bn of commitments. Stage 2 is 8.0%, the Q3 impairment charge rose to €15.4m because of one Stage 3 name in Automotive, and our return on RWA is 1.89%, below the 2.5% hurdle for new business. Most relevant today: Industrials is 13.6% of commitments, above the 13.5% early-warning level and rising about 0.23 points a quarter. The number: 13.6%.</a:t>
            </a:r>
          </a:p>
        </p:txBody>
      </p:sp>
      <p:sp>
        <p:nvSpPr>
          <p:cNvPr id="4" name="Slide Number Placeholder 3"/>
          <p:cNvSpPr>
            <a:spLocks noGrp="1"/>
          </p:cNvSpPr>
          <p:nvPr>
            <p:ph type="sldNum" sz="quarter" idx="5"/>
          </p:nvPr>
        </p:nvSpPr>
        <p:spPr/>
        <p:txBody>
          <a:bodyPr/>
          <a:lstStyle/>
          <a:p>
            <a:fld id="{84FE88F0-DA90-4550-A784-32925D1FA2FA}" type="slidenum">
              <a:t>7</a:t>
            </a:fld>
            <a:endParaRPr lang="en-US"/>
          </a:p>
        </p:txBody>
      </p:sp>
    </p:spTree>
    <p:extLst>
      <p:ext uri="{BB962C8B-B14F-4D97-AF65-F5344CB8AC3E}">
        <p14:creationId xmlns:p14="http://schemas.microsoft.com/office/powerpoint/2010/main" val="19860074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heart of the decision. At €300m, Industrials would reach 15.05% once the high-probability pipeline closes – a limit breach – and we would use 98% of the single-name limit. At €200m we would likely share the hedging role and earn less. €250m keeps us at 14.90%, with about €32m of headroom, and gives the best return: 3.20% including ancillary business. The most we could hold within the limit is around €282m. The number: 14.90%.</a:t>
            </a:r>
          </a:p>
        </p:txBody>
      </p:sp>
      <p:sp>
        <p:nvSpPr>
          <p:cNvPr id="4" name="Slide Number Placeholder 3"/>
          <p:cNvSpPr>
            <a:spLocks noGrp="1"/>
          </p:cNvSpPr>
          <p:nvPr>
            <p:ph type="sldNum" sz="quarter" idx="5"/>
          </p:nvPr>
        </p:nvSpPr>
        <p:spPr/>
        <p:txBody>
          <a:bodyPr/>
          <a:lstStyle/>
          <a:p>
            <a:fld id="{84FE88F0-DA90-4550-A784-32925D1FA2FA}" type="slidenum">
              <a:t>8</a:t>
            </a:fld>
            <a:endParaRPr lang="en-US"/>
          </a:p>
        </p:txBody>
      </p:sp>
    </p:spTree>
    <p:extLst>
      <p:ext uri="{BB962C8B-B14F-4D97-AF65-F5344CB8AC3E}">
        <p14:creationId xmlns:p14="http://schemas.microsoft.com/office/powerpoint/2010/main" val="22246281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have looked hard at what could go wrong. The two I would single out are EV-demand cyclicality and Dunkirk. On demand, the covenant holds through a 15% fall in EBITDA, and synergies build from €15m in Year 1 to €45m by Year 3. On Dunkirk, the external ESG report is due tomorrow, 13 November, and a satisfactory result is a condition before signing. FX and interest-rate risk are handled through the hedging strategy. The number: 15%.</a:t>
            </a:r>
          </a:p>
        </p:txBody>
      </p:sp>
      <p:sp>
        <p:nvSpPr>
          <p:cNvPr id="4" name="Slide Number Placeholder 3"/>
          <p:cNvSpPr>
            <a:spLocks noGrp="1"/>
          </p:cNvSpPr>
          <p:nvPr>
            <p:ph type="sldNum" sz="quarter" idx="5"/>
          </p:nvPr>
        </p:nvSpPr>
        <p:spPr/>
        <p:txBody>
          <a:bodyPr/>
          <a:lstStyle/>
          <a:p>
            <a:fld id="{84FE88F0-DA90-4550-A784-32925D1FA2FA}" type="slidenum">
              <a:t>9</a:t>
            </a:fld>
            <a:endParaRPr lang="en-US"/>
          </a:p>
        </p:txBody>
      </p:sp>
    </p:spTree>
    <p:extLst>
      <p:ext uri="{BB962C8B-B14F-4D97-AF65-F5344CB8AC3E}">
        <p14:creationId xmlns:p14="http://schemas.microsoft.com/office/powerpoint/2010/main" val="23021202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Compliance has no objection to the indicative proposal, which went to Fabrikam on 6 November, but there is no binding commitment or signing until the open items close. Three matter most: screening of the target group, UBO confirmation for the Luxembourg management vehicle, and the Dunkirk ESG report due on 13 November. Operationally, UAE cash pooling takes six to eight weeks, but it is needed after closing, not for the closing funds flow. The number: 13 November.</a:t>
            </a:r>
          </a:p>
        </p:txBody>
      </p:sp>
      <p:sp>
        <p:nvSpPr>
          <p:cNvPr id="4" name="Slide Number Placeholder 3"/>
          <p:cNvSpPr>
            <a:spLocks noGrp="1"/>
          </p:cNvSpPr>
          <p:nvPr>
            <p:ph type="sldNum" sz="quarter" idx="5"/>
          </p:nvPr>
        </p:nvSpPr>
        <p:spPr/>
        <p:txBody>
          <a:bodyPr/>
          <a:lstStyle/>
          <a:p>
            <a:fld id="{84FE88F0-DA90-4550-A784-32925D1FA2FA}" type="slidenum">
              <a:t>10</a:t>
            </a:fld>
            <a:endParaRPr lang="en-US"/>
          </a:p>
        </p:txBody>
      </p:sp>
    </p:spTree>
    <p:extLst>
      <p:ext uri="{BB962C8B-B14F-4D97-AF65-F5344CB8AC3E}">
        <p14:creationId xmlns:p14="http://schemas.microsoft.com/office/powerpoint/2010/main" val="35229302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 my recommendation. Approve MUFG as Mandated Lead Arranger with a €250m final hold. It keeps Industrials at 14.90%, inside the 15% limit. It gives us 3.20% return on RWA with the ancillary business. And it meets the client's expectation of €250m or more for the hedging-coordinator role, worth €1.5m a year. The three conditions protect us where questions are still open. The number: €250m.</a:t>
            </a:r>
          </a:p>
        </p:txBody>
      </p:sp>
      <p:sp>
        <p:nvSpPr>
          <p:cNvPr id="4" name="Slide Number Placeholder 3"/>
          <p:cNvSpPr>
            <a:spLocks noGrp="1"/>
          </p:cNvSpPr>
          <p:nvPr>
            <p:ph type="sldNum" sz="quarter" idx="5"/>
          </p:nvPr>
        </p:nvSpPr>
        <p:spPr/>
        <p:txBody>
          <a:bodyPr/>
          <a:lstStyle/>
          <a:p>
            <a:fld id="{84FE88F0-DA90-4550-A784-32925D1FA2FA}" type="slidenum">
              <a:t>11</a:t>
            </a:fld>
            <a:endParaRPr lang="en-US"/>
          </a:p>
        </p:txBody>
      </p:sp>
    </p:spTree>
    <p:extLst>
      <p:ext uri="{BB962C8B-B14F-4D97-AF65-F5344CB8AC3E}">
        <p14:creationId xmlns:p14="http://schemas.microsoft.com/office/powerpoint/2010/main" val="41024829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If you approve today, this is what happens next. Tomorrow we receive the Dunkirk ESG report, and Olivia and I send a status note to Tokyo Head Office. Grace's team delivers the closing funds-flow plan by 30 November and starts the UAE documentation now. Thomas is checking co-arranger interest, including Woodgrove Bank. We are targeting signing in mid-December, with closing in Q1 2027 subject to merger-control approvals. The client has asked about early December; that remains open. The date to remember: mid-December.</a:t>
            </a:r>
          </a:p>
        </p:txBody>
      </p:sp>
      <p:sp>
        <p:nvSpPr>
          <p:cNvPr id="4" name="Slide Number Placeholder 3"/>
          <p:cNvSpPr>
            <a:spLocks noGrp="1"/>
          </p:cNvSpPr>
          <p:nvPr>
            <p:ph type="sldNum" sz="quarter" idx="5"/>
          </p:nvPr>
        </p:nvSpPr>
        <p:spPr/>
        <p:txBody>
          <a:bodyPr/>
          <a:lstStyle/>
          <a:p>
            <a:fld id="{84FE88F0-DA90-4550-A784-32925D1FA2FA}" type="slidenum">
              <a:t>12</a:t>
            </a:fld>
            <a:endParaRPr lang="en-US"/>
          </a:p>
        </p:txBody>
      </p:sp>
    </p:spTree>
    <p:extLst>
      <p:ext uri="{BB962C8B-B14F-4D97-AF65-F5344CB8AC3E}">
        <p14:creationId xmlns:p14="http://schemas.microsoft.com/office/powerpoint/2010/main" val="9137987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10/3/2026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sp>
        <p:nvSpPr>
          <p:cNvPr id="3" name="globe">
            <a:extLst>
              <a:ext uri="{FF2B5EF4-FFF2-40B4-BE49-F238E27FC236}">
                <a16:creationId xmlns:a16="http://schemas.microsoft.com/office/drawing/2014/main" id="{64E97EC1-A0D7-1439-EB29-A0E4987C3237}"/>
              </a:ext>
            </a:extLst>
          </p:cNvPr>
          <p:cNvSpPr/>
          <p:nvPr/>
        </p:nvSpPr>
        <p:spPr>
          <a:xfrm>
            <a:off x="7269480" y="1463040"/>
            <a:ext cx="3931920" cy="3931920"/>
          </a:xfrm>
          <a:prstGeom prst="ellipse">
            <a:avLst/>
          </a:prstGeom>
          <a:solidFill>
            <a:srgbClr val="FFFFFF">
              <a:alpha val="0"/>
            </a:srgbClr>
          </a:solidFill>
          <a:ln w="12700">
            <a:solidFill>
              <a:srgbClr val="34507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E21D055E-524D-0946-C1FE-6B161125B7D1}"/>
              </a:ext>
            </a:extLst>
          </p:cNvPr>
          <p:cNvSpPr/>
          <p:nvPr/>
        </p:nvSpPr>
        <p:spPr>
          <a:xfrm>
            <a:off x="8482477" y="1463040"/>
            <a:ext cx="1505925" cy="3931920"/>
          </a:xfrm>
          <a:prstGeom prst="ellipse">
            <a:avLst/>
          </a:prstGeom>
          <a:solidFill>
            <a:srgbClr val="FFFFFF">
              <a:alpha val="0"/>
            </a:srgbClr>
          </a:solidFill>
          <a:ln w="9525">
            <a:solidFill>
              <a:srgbClr val="34507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D88AD1AB-14F7-A6F2-D6E7-F048F619130B}"/>
              </a:ext>
            </a:extLst>
          </p:cNvPr>
          <p:cNvSpPr/>
          <p:nvPr/>
        </p:nvSpPr>
        <p:spPr>
          <a:xfrm>
            <a:off x="7845506" y="1463040"/>
            <a:ext cx="2779867" cy="3931920"/>
          </a:xfrm>
          <a:prstGeom prst="ellipse">
            <a:avLst/>
          </a:prstGeom>
          <a:solidFill>
            <a:srgbClr val="FFFFFF">
              <a:alpha val="0"/>
            </a:srgbClr>
          </a:solidFill>
          <a:ln w="9525">
            <a:solidFill>
              <a:srgbClr val="34507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1EE42FF1-731F-B9C0-0759-51296D8DADF6}"/>
              </a:ext>
            </a:extLst>
          </p:cNvPr>
          <p:cNvSpPr/>
          <p:nvPr/>
        </p:nvSpPr>
        <p:spPr>
          <a:xfrm>
            <a:off x="7418892" y="1463040"/>
            <a:ext cx="3633094" cy="3931920"/>
          </a:xfrm>
          <a:prstGeom prst="ellipse">
            <a:avLst/>
          </a:prstGeom>
          <a:solidFill>
            <a:srgbClr val="FFFFFF">
              <a:alpha val="0"/>
            </a:srgbClr>
          </a:solidFill>
          <a:ln w="9525">
            <a:solidFill>
              <a:srgbClr val="34507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7788CF01-CEF4-2D76-90BD-4CF88565D3DE}"/>
              </a:ext>
            </a:extLst>
          </p:cNvPr>
          <p:cNvSpPr/>
          <p:nvPr/>
        </p:nvSpPr>
        <p:spPr>
          <a:xfrm>
            <a:off x="8252460" y="4843193"/>
            <a:ext cx="1965960" cy="475608"/>
          </a:xfrm>
          <a:prstGeom prst="ellipse">
            <a:avLst/>
          </a:prstGeom>
          <a:solidFill>
            <a:srgbClr val="FFFFFF">
              <a:alpha val="0"/>
            </a:srgbClr>
          </a:solidFill>
          <a:ln w="9525">
            <a:solidFill>
              <a:srgbClr val="34507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13F47D1F-FA2F-5A5D-8F8F-5914ADAED27C}"/>
              </a:ext>
            </a:extLst>
          </p:cNvPr>
          <p:cNvSpPr/>
          <p:nvPr/>
        </p:nvSpPr>
        <p:spPr>
          <a:xfrm>
            <a:off x="7532868" y="3970892"/>
            <a:ext cx="3405142" cy="823778"/>
          </a:xfrm>
          <a:prstGeom prst="ellipse">
            <a:avLst/>
          </a:prstGeom>
          <a:solidFill>
            <a:srgbClr val="FFFFFF">
              <a:alpha val="0"/>
            </a:srgbClr>
          </a:solidFill>
          <a:ln w="9525">
            <a:solidFill>
              <a:srgbClr val="34507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F37F867C-D2A7-BDB5-2B02-6372414C7A7D}"/>
              </a:ext>
            </a:extLst>
          </p:cNvPr>
          <p:cNvSpPr/>
          <p:nvPr/>
        </p:nvSpPr>
        <p:spPr>
          <a:xfrm>
            <a:off x="7269480" y="2953391"/>
            <a:ext cx="3931920" cy="951217"/>
          </a:xfrm>
          <a:prstGeom prst="ellipse">
            <a:avLst/>
          </a:prstGeom>
          <a:solidFill>
            <a:srgbClr val="FFFFFF">
              <a:alpha val="0"/>
            </a:srgbClr>
          </a:solidFill>
          <a:ln w="9525">
            <a:solidFill>
              <a:srgbClr val="34507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6870F5FF-C198-67DF-4D24-AF0B460AB7E6}"/>
              </a:ext>
            </a:extLst>
          </p:cNvPr>
          <p:cNvSpPr/>
          <p:nvPr/>
        </p:nvSpPr>
        <p:spPr>
          <a:xfrm>
            <a:off x="7532868" y="2063329"/>
            <a:ext cx="3405142" cy="823778"/>
          </a:xfrm>
          <a:prstGeom prst="ellipse">
            <a:avLst/>
          </a:prstGeom>
          <a:solidFill>
            <a:srgbClr val="FFFFFF">
              <a:alpha val="0"/>
            </a:srgbClr>
          </a:solidFill>
          <a:ln w="9525">
            <a:solidFill>
              <a:srgbClr val="34507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C25FAF33-566B-91F5-5BD6-BFC79C51F3EB}"/>
              </a:ext>
            </a:extLst>
          </p:cNvPr>
          <p:cNvSpPr/>
          <p:nvPr/>
        </p:nvSpPr>
        <p:spPr>
          <a:xfrm>
            <a:off x="8252460" y="1539197"/>
            <a:ext cx="1965960" cy="475608"/>
          </a:xfrm>
          <a:prstGeom prst="ellipse">
            <a:avLst/>
          </a:prstGeom>
          <a:solidFill>
            <a:srgbClr val="FFFFFF">
              <a:alpha val="0"/>
            </a:srgbClr>
          </a:solidFill>
          <a:ln w="9525">
            <a:solidFill>
              <a:srgbClr val="34507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 name="primeMeridian">
            <a:extLst>
              <a:ext uri="{FF2B5EF4-FFF2-40B4-BE49-F238E27FC236}">
                <a16:creationId xmlns:a16="http://schemas.microsoft.com/office/drawing/2014/main" id="{73FA1F41-35C5-6752-786B-3988C831C55C}"/>
              </a:ext>
            </a:extLst>
          </p:cNvPr>
          <p:cNvSpPr/>
          <p:nvPr/>
        </p:nvSpPr>
        <p:spPr>
          <a:xfrm>
            <a:off x="9225915" y="1463040"/>
            <a:ext cx="19050" cy="3931920"/>
          </a:xfrm>
          <a:prstGeom prst="rect">
            <a:avLst/>
          </a:prstGeom>
          <a:solidFill>
            <a:srgbClr val="A6192E"/>
          </a:solidFill>
          <a:ln w="3175">
            <a:solidFill>
              <a:srgbClr val="A6192E"/>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8" name="label0">
            <a:extLst>
              <a:ext uri="{FF2B5EF4-FFF2-40B4-BE49-F238E27FC236}">
                <a16:creationId xmlns:a16="http://schemas.microsoft.com/office/drawing/2014/main" id="{134C228A-0627-C7E0-A27A-2D6A6DD1AAC2}"/>
              </a:ext>
            </a:extLst>
          </p:cNvPr>
          <p:cNvSpPr/>
          <p:nvPr/>
        </p:nvSpPr>
        <p:spPr>
          <a:xfrm>
            <a:off x="502920" y="457200"/>
            <a:ext cx="5486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B9C4D6"/>
                </a:solidFill>
                <a:effectLst/>
                <a:latin typeface="Calibri" panose="020F0502020204030204" pitchFamily="34" charset="0"/>
              </a:rPr>
              <a:t>Example output – fictional training scenario</a:t>
            </a:r>
          </a:p>
          <a:p>
            <a:pPr algn="l">
              <a:buNone/>
            </a:pPr>
            <a:r>
              <a:rPr lang="en-US" sz="100">
                <a:effectLst/>
              </a:rPr>
              <a:t> </a:t>
            </a:r>
            <a:endParaRPr lang="en-US"/>
          </a:p>
        </p:txBody>
      </p:sp>
      <p:sp>
        <p:nvSpPr>
          <p:cNvPr id="80" name="coverEyebrow">
            <a:extLst>
              <a:ext uri="{FF2B5EF4-FFF2-40B4-BE49-F238E27FC236}">
                <a16:creationId xmlns:a16="http://schemas.microsoft.com/office/drawing/2014/main" id="{EF095F8F-C4A9-4294-DD55-9F70C979ED25}"/>
              </a:ext>
            </a:extLst>
          </p:cNvPr>
          <p:cNvSpPr/>
          <p:nvPr/>
        </p:nvSpPr>
        <p:spPr>
          <a:xfrm>
            <a:off x="502920" y="1783080"/>
            <a:ext cx="6400800" cy="3383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b="1" spc="200">
                <a:solidFill>
                  <a:srgbClr val="B9C4D6"/>
                </a:solidFill>
                <a:effectLst/>
                <a:latin typeface="Calibri" panose="020F0502020204030204" pitchFamily="34" charset="0"/>
              </a:rPr>
              <a:t>EMEA EXECUTIVE COMMITTEE</a:t>
            </a:r>
          </a:p>
          <a:p>
            <a:pPr algn="l">
              <a:buNone/>
            </a:pPr>
            <a:r>
              <a:rPr lang="en-US" sz="100">
                <a:effectLst/>
              </a:rPr>
              <a:t> </a:t>
            </a:r>
            <a:endParaRPr lang="en-US"/>
          </a:p>
        </p:txBody>
      </p:sp>
      <p:sp>
        <p:nvSpPr>
          <p:cNvPr id="93" name="coverTitle">
            <a:extLst>
              <a:ext uri="{FF2B5EF4-FFF2-40B4-BE49-F238E27FC236}">
                <a16:creationId xmlns:a16="http://schemas.microsoft.com/office/drawing/2014/main" id="{9857E5AF-188F-4C4B-54DC-4BBA0EDA5BAB}"/>
              </a:ext>
            </a:extLst>
          </p:cNvPr>
          <p:cNvSpPr/>
          <p:nvPr/>
        </p:nvSpPr>
        <p:spPr>
          <a:xfrm>
            <a:off x="502920" y="2148840"/>
            <a:ext cx="7680960" cy="868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4800">
                <a:solidFill>
                  <a:srgbClr val="FFFFFF"/>
                </a:solidFill>
                <a:effectLst/>
                <a:latin typeface="Georgia" panose="02040502050405020303" pitchFamily="18" charset="0"/>
              </a:rPr>
              <a:t>Project Meridian</a:t>
            </a:r>
          </a:p>
          <a:p>
            <a:pPr algn="l">
              <a:buNone/>
            </a:pPr>
            <a:r>
              <a:rPr lang="en-US" sz="100">
                <a:effectLst/>
              </a:rPr>
              <a:t> </a:t>
            </a:r>
            <a:endParaRPr lang="en-US"/>
          </a:p>
        </p:txBody>
      </p:sp>
      <p:sp>
        <p:nvSpPr>
          <p:cNvPr id="107" name="coverSub">
            <a:extLst>
              <a:ext uri="{FF2B5EF4-FFF2-40B4-BE49-F238E27FC236}">
                <a16:creationId xmlns:a16="http://schemas.microsoft.com/office/drawing/2014/main" id="{6E5DE690-8798-CA9B-6FF1-4A6BE3C0A9A4}"/>
              </a:ext>
            </a:extLst>
          </p:cNvPr>
          <p:cNvSpPr/>
          <p:nvPr/>
        </p:nvSpPr>
        <p:spPr>
          <a:xfrm>
            <a:off x="502920" y="3017520"/>
            <a:ext cx="6400800" cy="5029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600">
                <a:solidFill>
                  <a:srgbClr val="FFFFFF"/>
                </a:solidFill>
                <a:effectLst/>
                <a:latin typeface="Calibri" panose="020F0502020204030204" pitchFamily="34" charset="0"/>
              </a:rPr>
              <a:t>Fabrikam acquisition financing</a:t>
            </a:r>
          </a:p>
          <a:p>
            <a:pPr algn="l">
              <a:buNone/>
            </a:pPr>
            <a:r>
              <a:rPr lang="en-US" sz="100">
                <a:effectLst/>
              </a:rPr>
              <a:t> </a:t>
            </a:r>
            <a:endParaRPr lang="en-US"/>
          </a:p>
        </p:txBody>
      </p:sp>
      <p:sp>
        <p:nvSpPr>
          <p:cNvPr id="122" name="pill">
            <a:extLst>
              <a:ext uri="{FF2B5EF4-FFF2-40B4-BE49-F238E27FC236}">
                <a16:creationId xmlns:a16="http://schemas.microsoft.com/office/drawing/2014/main" id="{2E177BFB-7C41-0DE2-8499-B86283E08C27}"/>
              </a:ext>
            </a:extLst>
          </p:cNvPr>
          <p:cNvSpPr/>
          <p:nvPr/>
        </p:nvSpPr>
        <p:spPr>
          <a:xfrm>
            <a:off x="594360" y="3703320"/>
            <a:ext cx="1920240" cy="320040"/>
          </a:xfrm>
          <a:prstGeom prst="roundRect">
            <a:avLst/>
          </a:prstGeom>
          <a:solidFill>
            <a:srgbClr val="A6192E"/>
          </a:solidFill>
          <a:ln w="3175">
            <a:solidFill>
              <a:srgbClr val="A6192E"/>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FFFFFF"/>
                </a:solidFill>
                <a:effectLst/>
                <a:latin typeface="Calibri" panose="020F0502020204030204" pitchFamily="34" charset="0"/>
              </a:rPr>
              <a:t>FOR DECISION</a:t>
            </a:r>
          </a:p>
          <a:p>
            <a:pPr algn="ctr">
              <a:buNone/>
            </a:pPr>
            <a:r>
              <a:rPr lang="en-US" sz="100">
                <a:effectLst/>
              </a:rPr>
              <a:t> </a:t>
            </a:r>
            <a:endParaRPr lang="en-US"/>
          </a:p>
        </p:txBody>
      </p:sp>
      <p:sp>
        <p:nvSpPr>
          <p:cNvPr id="138" name="coverDate">
            <a:extLst>
              <a:ext uri="{FF2B5EF4-FFF2-40B4-BE49-F238E27FC236}">
                <a16:creationId xmlns:a16="http://schemas.microsoft.com/office/drawing/2014/main" id="{3105772A-7DEE-A319-473D-49A7ACEE1B92}"/>
              </a:ext>
            </a:extLst>
          </p:cNvPr>
          <p:cNvSpPr/>
          <p:nvPr/>
        </p:nvSpPr>
        <p:spPr>
          <a:xfrm>
            <a:off x="502920" y="4389120"/>
            <a:ext cx="640080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FFFFFF"/>
                </a:solidFill>
                <a:effectLst/>
                <a:latin typeface="Calibri" panose="020F0502020204030204" pitchFamily="34" charset="0"/>
              </a:rPr>
              <a:t>Thursday 12 November 2026</a:t>
            </a:r>
          </a:p>
          <a:p>
            <a:pPr algn="l">
              <a:buNone/>
            </a:pPr>
            <a:r>
              <a:rPr lang="en-US" sz="1400">
                <a:solidFill>
                  <a:srgbClr val="B9C4D6"/>
                </a:solidFill>
                <a:effectLst/>
                <a:latin typeface="Calibri" panose="020F0502020204030204" pitchFamily="34" charset="0"/>
              </a:rPr>
              <a:t>Q4 Quarterly Business Review</a:t>
            </a:r>
            <a:endParaRPr lang="en-US"/>
          </a:p>
        </p:txBody>
      </p:sp>
      <p:sp>
        <p:nvSpPr>
          <p:cNvPr id="155" name="coverPresenter">
            <a:extLst>
              <a:ext uri="{FF2B5EF4-FFF2-40B4-BE49-F238E27FC236}">
                <a16:creationId xmlns:a16="http://schemas.microsoft.com/office/drawing/2014/main" id="{694FEFF0-6AF5-5069-7245-325CA8CDFEA7}"/>
              </a:ext>
            </a:extLst>
          </p:cNvPr>
          <p:cNvSpPr/>
          <p:nvPr/>
        </p:nvSpPr>
        <p:spPr>
          <a:xfrm>
            <a:off x="502920" y="5074920"/>
            <a:ext cx="640080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FFFFFF"/>
                </a:solidFill>
                <a:effectLst/>
                <a:latin typeface="Calibri" panose="020F0502020204030204" pitchFamily="34" charset="0"/>
              </a:rPr>
              <a:t>Haruka Sato</a:t>
            </a:r>
          </a:p>
          <a:p>
            <a:pPr algn="l">
              <a:buNone/>
            </a:pPr>
            <a:r>
              <a:rPr lang="en-US" sz="1400">
                <a:solidFill>
                  <a:srgbClr val="B9C4D6"/>
                </a:solidFill>
                <a:effectLst/>
                <a:latin typeface="Calibri" panose="020F0502020204030204" pitchFamily="34" charset="0"/>
              </a:rPr>
              <a:t>Head of Corporate Banking, EMEA</a:t>
            </a:r>
            <a:endParaRPr lang="en-US"/>
          </a:p>
        </p:txBody>
      </p:sp>
      <p:sp>
        <p:nvSpPr>
          <p:cNvPr id="173" name="fictional">
            <a:extLst>
              <a:ext uri="{FF2B5EF4-FFF2-40B4-BE49-F238E27FC236}">
                <a16:creationId xmlns:a16="http://schemas.microsoft.com/office/drawing/2014/main" id="{B2938EB1-769B-402A-2E18-AED1FFD1320F}"/>
              </a:ext>
            </a:extLst>
          </p:cNvPr>
          <p:cNvSpPr/>
          <p:nvPr/>
        </p:nvSpPr>
        <p:spPr>
          <a:xfrm>
            <a:off x="502920" y="6080760"/>
            <a:ext cx="64008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B9C4D6"/>
                </a:solidFill>
                <a:effectLst/>
                <a:latin typeface="Calibri" panose="020F0502020204030204" pitchFamily="34" charset="0"/>
              </a:rPr>
              <a:t>FICTIONAL – FOR TRAINING USE ONLY</a:t>
            </a:r>
          </a:p>
          <a:p>
            <a:pPr algn="l">
              <a:buNone/>
            </a:pPr>
            <a:r>
              <a:rPr lang="en-US" sz="100">
                <a:effectLst/>
              </a:rPr>
              <a:t> </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2" name="label1">
            <a:extLst>
              <a:ext uri="{FF2B5EF4-FFF2-40B4-BE49-F238E27FC236}">
                <a16:creationId xmlns:a16="http://schemas.microsoft.com/office/drawing/2014/main" id="{2F3B619E-26AA-5775-633C-A9FAB2ABDF86}"/>
              </a:ext>
            </a:extLst>
          </p:cNvPr>
          <p:cNvSpPr/>
          <p:nvPr/>
        </p:nvSpPr>
        <p:spPr>
          <a:xfrm>
            <a:off x="502920" y="457200"/>
            <a:ext cx="5486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F6672"/>
                </a:solidFill>
                <a:effectLst/>
                <a:latin typeface="Calibri" panose="020F0502020204030204" pitchFamily="34" charset="0"/>
              </a:rPr>
              <a:t>Example output – fictional training scenario</a:t>
            </a:r>
          </a:p>
          <a:p>
            <a:pPr algn="l">
              <a:buNone/>
            </a:pPr>
            <a:r>
              <a:rPr lang="en-US" sz="100">
                <a:effectLst/>
              </a:rPr>
              <a:t> </a:t>
            </a:r>
            <a:endParaRPr lang="en-US"/>
          </a:p>
        </p:txBody>
      </p:sp>
      <p:sp>
        <p:nvSpPr>
          <p:cNvPr id="212" name="title1">
            <a:extLst>
              <a:ext uri="{FF2B5EF4-FFF2-40B4-BE49-F238E27FC236}">
                <a16:creationId xmlns:a16="http://schemas.microsoft.com/office/drawing/2014/main" id="{68A4B62A-F618-E622-513E-73CEB78CF310}"/>
              </a:ext>
            </a:extLst>
          </p:cNvPr>
          <p:cNvSpPr/>
          <p:nvPr/>
        </p:nvSpPr>
        <p:spPr>
          <a:xfrm>
            <a:off x="502920" y="777240"/>
            <a:ext cx="1118616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a:solidFill>
                  <a:srgbClr val="14213D"/>
                </a:solidFill>
                <a:effectLst/>
                <a:latin typeface="Georgia" panose="02040502050405020303" pitchFamily="18" charset="0"/>
              </a:rPr>
              <a:t>Decision: approve a €250m lead role</a:t>
            </a:r>
          </a:p>
          <a:p>
            <a:pPr algn="l">
              <a:buNone/>
            </a:pPr>
            <a:r>
              <a:rPr lang="en-US" sz="100">
                <a:effectLst/>
              </a:rPr>
              <a:t> </a:t>
            </a:r>
            <a:endParaRPr lang="en-US"/>
          </a:p>
        </p:txBody>
      </p:sp>
      <p:sp>
        <p:nvSpPr>
          <p:cNvPr id="233" name="decEyebrow">
            <a:extLst>
              <a:ext uri="{FF2B5EF4-FFF2-40B4-BE49-F238E27FC236}">
                <a16:creationId xmlns:a16="http://schemas.microsoft.com/office/drawing/2014/main" id="{012A696E-D99F-23C4-3DFA-F27C1CE53C8B}"/>
              </a:ext>
            </a:extLst>
          </p:cNvPr>
          <p:cNvSpPr/>
          <p:nvPr/>
        </p:nvSpPr>
        <p:spPr>
          <a:xfrm>
            <a:off x="502920" y="1600200"/>
            <a:ext cx="64008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A6192E"/>
                </a:solidFill>
                <a:effectLst/>
                <a:latin typeface="Calibri" panose="020F0502020204030204" pitchFamily="34" charset="0"/>
              </a:rPr>
              <a:t>WE ASK THE COMMITTEE TO</a:t>
            </a:r>
          </a:p>
          <a:p>
            <a:pPr algn="l">
              <a:buNone/>
            </a:pPr>
            <a:r>
              <a:rPr lang="en-US" sz="100">
                <a:effectLst/>
              </a:rPr>
              <a:t> </a:t>
            </a:r>
            <a:endParaRPr lang="en-US"/>
          </a:p>
        </p:txBody>
      </p:sp>
      <p:sp>
        <p:nvSpPr>
          <p:cNvPr id="255" name="statement">
            <a:extLst>
              <a:ext uri="{FF2B5EF4-FFF2-40B4-BE49-F238E27FC236}">
                <a16:creationId xmlns:a16="http://schemas.microsoft.com/office/drawing/2014/main" id="{CCE4DEAA-59A1-E3AB-0CF8-758E11897B65}"/>
              </a:ext>
            </a:extLst>
          </p:cNvPr>
          <p:cNvSpPr/>
          <p:nvPr/>
        </p:nvSpPr>
        <p:spPr>
          <a:xfrm>
            <a:off x="502920" y="1965960"/>
            <a:ext cx="6400800" cy="23088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a:solidFill>
                  <a:srgbClr val="14213D"/>
                </a:solidFill>
                <a:effectLst/>
                <a:latin typeface="Georgia" panose="02040502050405020303" pitchFamily="18" charset="0"/>
              </a:rPr>
              <a:t>Approve MUFG EMEA acting as Mandated Lead Arranger and Bookrunner on Fabrikam's €800m acquisition financing, with a final hold of €250m.</a:t>
            </a:r>
          </a:p>
          <a:p>
            <a:pPr algn="l">
              <a:buNone/>
            </a:pPr>
            <a:r>
              <a:rPr lang="en-US" sz="100">
                <a:effectLst/>
              </a:rPr>
              <a:t> </a:t>
            </a:r>
            <a:endParaRPr lang="en-US"/>
          </a:p>
        </p:txBody>
      </p:sp>
      <p:sp>
        <p:nvSpPr>
          <p:cNvPr id="278" name="tile0">
            <a:extLst>
              <a:ext uri="{FF2B5EF4-FFF2-40B4-BE49-F238E27FC236}">
                <a16:creationId xmlns:a16="http://schemas.microsoft.com/office/drawing/2014/main" id="{5D93A3FB-3618-470D-233C-B0DCBA1D27DF}"/>
              </a:ext>
            </a:extLst>
          </p:cNvPr>
          <p:cNvSpPr/>
          <p:nvPr/>
        </p:nvSpPr>
        <p:spPr>
          <a:xfrm>
            <a:off x="594360" y="4503420"/>
            <a:ext cx="1950720" cy="1531620"/>
          </a:xfrm>
          <a:prstGeom prst="rect">
            <a:avLst/>
          </a:prstGeom>
          <a:solidFill>
            <a:srgbClr val="EDF0F5"/>
          </a:solidFill>
          <a:ln w="12700">
            <a:solidFill>
              <a:srgbClr val="EDF0F5">
                <a:alpha val="0"/>
              </a:srgbClr>
            </a:solidFill>
          </a:ln>
          <a:effectLst>
            <a:outerShdw blurRad="101600" dist="25400" dir="5400000" algn="ctr" rotWithShape="0">
              <a:srgbClr val="2B2F36">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2" name="tileFig0">
            <a:extLst>
              <a:ext uri="{FF2B5EF4-FFF2-40B4-BE49-F238E27FC236}">
                <a16:creationId xmlns:a16="http://schemas.microsoft.com/office/drawing/2014/main" id="{4992DE4B-9111-FA66-627E-E9C50A7F0A15}"/>
              </a:ext>
            </a:extLst>
          </p:cNvPr>
          <p:cNvSpPr/>
          <p:nvPr/>
        </p:nvSpPr>
        <p:spPr>
          <a:xfrm>
            <a:off x="640080" y="4644390"/>
            <a:ext cx="1859280" cy="5410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4213D"/>
                </a:solidFill>
                <a:effectLst/>
                <a:latin typeface="Calibri" panose="020F0502020204030204" pitchFamily="34" charset="0"/>
              </a:rPr>
              <a:t>€800m</a:t>
            </a:r>
          </a:p>
          <a:p>
            <a:pPr algn="l">
              <a:buNone/>
            </a:pPr>
            <a:r>
              <a:rPr lang="en-US" sz="100">
                <a:effectLst/>
              </a:rPr>
              <a:t> </a:t>
            </a:r>
            <a:endParaRPr lang="en-US"/>
          </a:p>
        </p:txBody>
      </p:sp>
      <p:sp>
        <p:nvSpPr>
          <p:cNvPr id="327" name="tileCap0">
            <a:extLst>
              <a:ext uri="{FF2B5EF4-FFF2-40B4-BE49-F238E27FC236}">
                <a16:creationId xmlns:a16="http://schemas.microsoft.com/office/drawing/2014/main" id="{C6055B2B-EAEA-7A2A-A475-3ABEBDC799C8}"/>
              </a:ext>
            </a:extLst>
          </p:cNvPr>
          <p:cNvSpPr/>
          <p:nvPr/>
        </p:nvSpPr>
        <p:spPr>
          <a:xfrm>
            <a:off x="640080" y="5185410"/>
            <a:ext cx="1859280" cy="7086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B2F36"/>
                </a:solidFill>
                <a:effectLst/>
                <a:latin typeface="Calibri" panose="020F0502020204030204" pitchFamily="34" charset="0"/>
              </a:rPr>
              <a:t>Term Loan A €600m + RCF €200m</a:t>
            </a:r>
          </a:p>
          <a:p>
            <a:pPr algn="l">
              <a:buNone/>
            </a:pPr>
            <a:r>
              <a:rPr lang="en-US" sz="100">
                <a:effectLst/>
              </a:rPr>
              <a:t> </a:t>
            </a:r>
            <a:endParaRPr lang="en-US"/>
          </a:p>
        </p:txBody>
      </p:sp>
      <p:sp>
        <p:nvSpPr>
          <p:cNvPr id="353" name="tile1">
            <a:extLst>
              <a:ext uri="{FF2B5EF4-FFF2-40B4-BE49-F238E27FC236}">
                <a16:creationId xmlns:a16="http://schemas.microsoft.com/office/drawing/2014/main" id="{8111A7B6-AD78-C707-905B-720E7AE76B60}"/>
              </a:ext>
            </a:extLst>
          </p:cNvPr>
          <p:cNvSpPr/>
          <p:nvPr/>
        </p:nvSpPr>
        <p:spPr>
          <a:xfrm>
            <a:off x="2727960" y="4503420"/>
            <a:ext cx="1950720" cy="1531620"/>
          </a:xfrm>
          <a:prstGeom prst="rect">
            <a:avLst/>
          </a:prstGeom>
          <a:solidFill>
            <a:srgbClr val="EDF0F5"/>
          </a:solidFill>
          <a:ln w="28575">
            <a:solidFill>
              <a:srgbClr val="A6192E"/>
            </a:solidFill>
          </a:ln>
          <a:effectLst>
            <a:outerShdw blurRad="101600" dist="25400" dir="5400000" algn="ctr" rotWithShape="0">
              <a:srgbClr val="2B2F36">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8" name="tileCap1">
            <a:extLst>
              <a:ext uri="{FF2B5EF4-FFF2-40B4-BE49-F238E27FC236}">
                <a16:creationId xmlns:a16="http://schemas.microsoft.com/office/drawing/2014/main" id="{12E8DF35-549F-D790-EC0F-A841C667AFAF}"/>
              </a:ext>
            </a:extLst>
          </p:cNvPr>
          <p:cNvSpPr/>
          <p:nvPr/>
        </p:nvSpPr>
        <p:spPr>
          <a:xfrm>
            <a:off x="2773680" y="5185410"/>
            <a:ext cx="1859280" cy="5105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B2F36"/>
                </a:solidFill>
                <a:effectLst/>
                <a:latin typeface="Calibri" panose="020F0502020204030204" pitchFamily="34" charset="0"/>
              </a:rPr>
              <a:t>Proposed MUFG final hold</a:t>
            </a:r>
          </a:p>
          <a:p>
            <a:pPr algn="l">
              <a:buNone/>
            </a:pPr>
            <a:r>
              <a:rPr lang="en-US" sz="100">
                <a:effectLst/>
              </a:rPr>
              <a:t> </a:t>
            </a:r>
            <a:endParaRPr lang="en-US"/>
          </a:p>
        </p:txBody>
      </p:sp>
      <p:sp>
        <p:nvSpPr>
          <p:cNvPr id="437" name="tile2">
            <a:extLst>
              <a:ext uri="{FF2B5EF4-FFF2-40B4-BE49-F238E27FC236}">
                <a16:creationId xmlns:a16="http://schemas.microsoft.com/office/drawing/2014/main" id="{2BAA058A-228B-051B-B220-589344D00B2A}"/>
              </a:ext>
            </a:extLst>
          </p:cNvPr>
          <p:cNvSpPr/>
          <p:nvPr/>
        </p:nvSpPr>
        <p:spPr>
          <a:xfrm>
            <a:off x="4861560" y="4503420"/>
            <a:ext cx="1950720" cy="1531620"/>
          </a:xfrm>
          <a:prstGeom prst="rect">
            <a:avLst/>
          </a:prstGeom>
          <a:solidFill>
            <a:srgbClr val="EDF0F5"/>
          </a:solidFill>
          <a:ln w="12700">
            <a:solidFill>
              <a:srgbClr val="EDF0F5">
                <a:alpha val="0"/>
              </a:srgbClr>
            </a:solidFill>
          </a:ln>
          <a:effectLst>
            <a:outerShdw blurRad="101600" dist="25400" dir="5400000" algn="ctr" rotWithShape="0">
              <a:srgbClr val="2B2F36">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7" name="tileFig2">
            <a:extLst>
              <a:ext uri="{FF2B5EF4-FFF2-40B4-BE49-F238E27FC236}">
                <a16:creationId xmlns:a16="http://schemas.microsoft.com/office/drawing/2014/main" id="{B3C48ECE-20E9-2D67-F43C-7D93FF5DB6F3}"/>
              </a:ext>
            </a:extLst>
          </p:cNvPr>
          <p:cNvSpPr/>
          <p:nvPr/>
        </p:nvSpPr>
        <p:spPr>
          <a:xfrm>
            <a:off x="4907280" y="4644390"/>
            <a:ext cx="1859280" cy="5410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4213D"/>
                </a:solidFill>
                <a:effectLst/>
                <a:latin typeface="Calibri" panose="020F0502020204030204" pitchFamily="34" charset="0"/>
              </a:rPr>
              <a:t>14.90%</a:t>
            </a:r>
          </a:p>
          <a:p>
            <a:pPr algn="l">
              <a:buNone/>
            </a:pPr>
            <a:r>
              <a:rPr lang="en-US" sz="100">
                <a:effectLst/>
              </a:rPr>
              <a:t> </a:t>
            </a:r>
            <a:endParaRPr lang="en-US"/>
          </a:p>
        </p:txBody>
      </p:sp>
      <p:sp>
        <p:nvSpPr>
          <p:cNvPr id="498" name="tileCap2">
            <a:extLst>
              <a:ext uri="{FF2B5EF4-FFF2-40B4-BE49-F238E27FC236}">
                <a16:creationId xmlns:a16="http://schemas.microsoft.com/office/drawing/2014/main" id="{D8A68700-1335-1D50-4691-EC7F58014541}"/>
              </a:ext>
            </a:extLst>
          </p:cNvPr>
          <p:cNvSpPr/>
          <p:nvPr/>
        </p:nvSpPr>
        <p:spPr>
          <a:xfrm>
            <a:off x="4907280" y="5185410"/>
            <a:ext cx="1859280" cy="7086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B2F36"/>
                </a:solidFill>
                <a:effectLst/>
                <a:latin typeface="Calibri" panose="020F0502020204030204" pitchFamily="34" charset="0"/>
              </a:rPr>
              <a:t>Industrials incl. pipeline (limit 15%)</a:t>
            </a:r>
          </a:p>
          <a:p>
            <a:pPr algn="l">
              <a:buNone/>
            </a:pPr>
            <a:r>
              <a:rPr lang="en-US" sz="100">
                <a:effectLst/>
              </a:rPr>
              <a:t> </a:t>
            </a:r>
            <a:endParaRPr lang="en-US"/>
          </a:p>
        </p:txBody>
      </p:sp>
      <p:sp>
        <p:nvSpPr>
          <p:cNvPr id="530" name="condPanel">
            <a:extLst>
              <a:ext uri="{FF2B5EF4-FFF2-40B4-BE49-F238E27FC236}">
                <a16:creationId xmlns:a16="http://schemas.microsoft.com/office/drawing/2014/main" id="{C09B4072-412F-8C07-EC82-137A7EA81FDE}"/>
              </a:ext>
            </a:extLst>
          </p:cNvPr>
          <p:cNvSpPr/>
          <p:nvPr/>
        </p:nvSpPr>
        <p:spPr>
          <a:xfrm>
            <a:off x="7132320" y="1600200"/>
            <a:ext cx="4465320" cy="4434840"/>
          </a:xfrm>
          <a:prstGeom prst="rect">
            <a:avLst/>
          </a:prstGeom>
          <a:solidFill>
            <a:srgbClr val="14213D"/>
          </a:solidFill>
          <a:ln w="12700">
            <a:solidFill>
              <a:srgbClr val="14213D">
                <a:alpha val="0"/>
              </a:srgbClr>
            </a:solidFill>
          </a:ln>
          <a:effectLst>
            <a:outerShdw blurRad="101600" dist="25400" dir="5400000" algn="ctr" rotWithShape="0">
              <a:srgbClr val="2B2F36">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3" name="condEyebrow">
            <a:extLst>
              <a:ext uri="{FF2B5EF4-FFF2-40B4-BE49-F238E27FC236}">
                <a16:creationId xmlns:a16="http://schemas.microsoft.com/office/drawing/2014/main" id="{CF848D07-1A2D-A9DF-09FD-DFF4C2584E18}"/>
              </a:ext>
            </a:extLst>
          </p:cNvPr>
          <p:cNvSpPr/>
          <p:nvPr/>
        </p:nvSpPr>
        <p:spPr>
          <a:xfrm>
            <a:off x="7315200" y="2023110"/>
            <a:ext cx="409956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B9C4D6"/>
                </a:solidFill>
                <a:effectLst/>
                <a:latin typeface="Calibri" panose="020F0502020204030204" pitchFamily="34" charset="0"/>
              </a:rPr>
              <a:t>SUBJECT TO THREE CONDITIONS</a:t>
            </a:r>
          </a:p>
          <a:p>
            <a:pPr algn="l">
              <a:buNone/>
            </a:pPr>
            <a:r>
              <a:rPr lang="en-US" sz="100">
                <a:effectLst/>
              </a:rPr>
              <a:t> </a:t>
            </a:r>
            <a:endParaRPr lang="en-US"/>
          </a:p>
        </p:txBody>
      </p:sp>
      <p:sp>
        <p:nvSpPr>
          <p:cNvPr id="597" name="condNum0">
            <a:extLst>
              <a:ext uri="{FF2B5EF4-FFF2-40B4-BE49-F238E27FC236}">
                <a16:creationId xmlns:a16="http://schemas.microsoft.com/office/drawing/2014/main" id="{7F5396A4-5CEF-B888-6E23-8003D33E2863}"/>
              </a:ext>
            </a:extLst>
          </p:cNvPr>
          <p:cNvSpPr/>
          <p:nvPr/>
        </p:nvSpPr>
        <p:spPr>
          <a:xfrm>
            <a:off x="7315200" y="2526030"/>
            <a:ext cx="457200" cy="411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FFFFFF"/>
                </a:solidFill>
                <a:effectLst/>
                <a:latin typeface="Calibri" panose="020F0502020204030204" pitchFamily="34" charset="0"/>
              </a:rPr>
              <a:t>1</a:t>
            </a:r>
          </a:p>
          <a:p>
            <a:pPr algn="l">
              <a:buNone/>
            </a:pPr>
            <a:r>
              <a:rPr lang="en-US" sz="100">
                <a:effectLst/>
              </a:rPr>
              <a:t> </a:t>
            </a:r>
            <a:endParaRPr lang="en-US"/>
          </a:p>
        </p:txBody>
      </p:sp>
      <p:sp>
        <p:nvSpPr>
          <p:cNvPr id="632" name="cond0">
            <a:extLst>
              <a:ext uri="{FF2B5EF4-FFF2-40B4-BE49-F238E27FC236}">
                <a16:creationId xmlns:a16="http://schemas.microsoft.com/office/drawing/2014/main" id="{F9676CC6-405C-8F1A-88B0-FD726BF43105}"/>
              </a:ext>
            </a:extLst>
          </p:cNvPr>
          <p:cNvSpPr/>
          <p:nvPr/>
        </p:nvSpPr>
        <p:spPr>
          <a:xfrm>
            <a:off x="7772400" y="2526030"/>
            <a:ext cx="3642360" cy="10287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FFFFFF"/>
                </a:solidFill>
                <a:effectLst/>
                <a:latin typeface="Calibri" panose="020F0502020204030204" pitchFamily="34" charset="0"/>
              </a:rPr>
              <a:t>Close the open compliance items – UBO confirmation and target-group screening – before signing</a:t>
            </a:r>
          </a:p>
          <a:p>
            <a:pPr algn="l">
              <a:buNone/>
            </a:pPr>
            <a:r>
              <a:rPr lang="en-US" sz="100">
                <a:effectLst/>
              </a:rPr>
              <a:t> </a:t>
            </a:r>
            <a:endParaRPr lang="en-US"/>
          </a:p>
        </p:txBody>
      </p:sp>
      <p:sp>
        <p:nvSpPr>
          <p:cNvPr id="668" name="condNum1">
            <a:extLst>
              <a:ext uri="{FF2B5EF4-FFF2-40B4-BE49-F238E27FC236}">
                <a16:creationId xmlns:a16="http://schemas.microsoft.com/office/drawing/2014/main" id="{6F40D9F3-897D-8150-AC3E-53234E8FF3CF}"/>
              </a:ext>
            </a:extLst>
          </p:cNvPr>
          <p:cNvSpPr/>
          <p:nvPr/>
        </p:nvSpPr>
        <p:spPr>
          <a:xfrm>
            <a:off x="7315200" y="3783330"/>
            <a:ext cx="457200" cy="411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FFFFFF"/>
                </a:solidFill>
                <a:effectLst/>
                <a:latin typeface="Calibri" panose="020F0502020204030204" pitchFamily="34" charset="0"/>
              </a:rPr>
              <a:t>2</a:t>
            </a:r>
          </a:p>
          <a:p>
            <a:pPr algn="l">
              <a:buNone/>
            </a:pPr>
            <a:r>
              <a:rPr lang="en-US" sz="100">
                <a:effectLst/>
              </a:rPr>
              <a:t> </a:t>
            </a:r>
            <a:endParaRPr lang="en-US"/>
          </a:p>
        </p:txBody>
      </p:sp>
      <p:sp>
        <p:nvSpPr>
          <p:cNvPr id="705" name="cond1">
            <a:extLst>
              <a:ext uri="{FF2B5EF4-FFF2-40B4-BE49-F238E27FC236}">
                <a16:creationId xmlns:a16="http://schemas.microsoft.com/office/drawing/2014/main" id="{314AC358-3462-5558-849D-824468146759}"/>
              </a:ext>
            </a:extLst>
          </p:cNvPr>
          <p:cNvSpPr/>
          <p:nvPr/>
        </p:nvSpPr>
        <p:spPr>
          <a:xfrm>
            <a:off x="7772400" y="3783330"/>
            <a:ext cx="3642360" cy="8001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FFFFFF"/>
                </a:solidFill>
                <a:effectLst/>
                <a:latin typeface="Calibri" panose="020F0502020204030204" pitchFamily="34" charset="0"/>
              </a:rPr>
              <a:t>Satisfactory ESG due diligence on the Dunkirk plant before signing</a:t>
            </a:r>
          </a:p>
          <a:p>
            <a:pPr algn="l">
              <a:buNone/>
            </a:pPr>
            <a:r>
              <a:rPr lang="en-US" sz="100">
                <a:effectLst/>
              </a:rPr>
              <a:t> </a:t>
            </a:r>
            <a:endParaRPr lang="en-US"/>
          </a:p>
        </p:txBody>
      </p:sp>
      <p:sp>
        <p:nvSpPr>
          <p:cNvPr id="743" name="condNum2">
            <a:extLst>
              <a:ext uri="{FF2B5EF4-FFF2-40B4-BE49-F238E27FC236}">
                <a16:creationId xmlns:a16="http://schemas.microsoft.com/office/drawing/2014/main" id="{5E046377-7438-FE37-6620-782757484DC5}"/>
              </a:ext>
            </a:extLst>
          </p:cNvPr>
          <p:cNvSpPr/>
          <p:nvPr/>
        </p:nvSpPr>
        <p:spPr>
          <a:xfrm>
            <a:off x="7315200" y="4812030"/>
            <a:ext cx="457200" cy="411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FFFFFF"/>
                </a:solidFill>
                <a:effectLst/>
                <a:latin typeface="Calibri" panose="020F0502020204030204" pitchFamily="34" charset="0"/>
              </a:rPr>
              <a:t>3</a:t>
            </a:r>
          </a:p>
          <a:p>
            <a:pPr algn="l">
              <a:buNone/>
            </a:pPr>
            <a:r>
              <a:rPr lang="en-US" sz="100">
                <a:effectLst/>
              </a:rPr>
              <a:t> </a:t>
            </a:r>
            <a:endParaRPr lang="en-US"/>
          </a:p>
        </p:txBody>
      </p:sp>
      <p:sp>
        <p:nvSpPr>
          <p:cNvPr id="782" name="cond2">
            <a:extLst>
              <a:ext uri="{FF2B5EF4-FFF2-40B4-BE49-F238E27FC236}">
                <a16:creationId xmlns:a16="http://schemas.microsoft.com/office/drawing/2014/main" id="{388308A0-7CB3-77F3-1BF9-A121BEB5FD9C}"/>
              </a:ext>
            </a:extLst>
          </p:cNvPr>
          <p:cNvSpPr/>
          <p:nvPr/>
        </p:nvSpPr>
        <p:spPr>
          <a:xfrm>
            <a:off x="7772400" y="4812030"/>
            <a:ext cx="3642360" cy="8001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FFFFFF"/>
                </a:solidFill>
                <a:effectLst/>
                <a:latin typeface="Calibri" panose="020F0502020204030204" pitchFamily="34" charset="0"/>
              </a:rPr>
              <a:t>Agree the hedging strategy with the client, with MUFG as hedging coordinator</a:t>
            </a:r>
          </a:p>
          <a:p>
            <a:pPr algn="l">
              <a:buNone/>
            </a:pPr>
            <a:r>
              <a:rPr lang="en-US" sz="100">
                <a:effectLst/>
              </a:rPr>
              <a:t> </a:t>
            </a:r>
            <a:endParaRPr lang="en-US"/>
          </a:p>
        </p:txBody>
      </p:sp>
      <p:sp>
        <p:nvSpPr>
          <p:cNvPr id="822" name="source1">
            <a:extLst>
              <a:ext uri="{FF2B5EF4-FFF2-40B4-BE49-F238E27FC236}">
                <a16:creationId xmlns:a16="http://schemas.microsoft.com/office/drawing/2014/main" id="{4E8DCEBF-C5D6-8735-0646-600A008CDC99}"/>
              </a:ext>
            </a:extLst>
          </p:cNvPr>
          <p:cNvSpPr/>
          <p:nvPr/>
        </p:nvSpPr>
        <p:spPr>
          <a:xfrm>
            <a:off x="502920" y="6080760"/>
            <a:ext cx="1118616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F6672"/>
                </a:solidFill>
                <a:effectLst/>
                <a:latin typeface="Calibri" panose="020F0502020204030204" pitchFamily="34" charset="0"/>
              </a:rPr>
              <a:t>Source: Executive Briefing – Project Meridian (Final), approved Friday 6 November 2026</a:t>
            </a:r>
          </a:p>
          <a:p>
            <a:pPr algn="l">
              <a:buNone/>
            </a:pPr>
            <a:r>
              <a:rPr lang="en-US" sz="100">
                <a:effectLst/>
              </a:rPr>
              <a:t> </a:t>
            </a:r>
            <a:endParaRPr lang="en-US"/>
          </a:p>
        </p:txBody>
      </p:sp>
      <p:sp>
        <p:nvSpPr>
          <p:cNvPr id="17602" name="tileFig1b">
            <a:extLst>
              <a:ext uri="{FF2B5EF4-FFF2-40B4-BE49-F238E27FC236}">
                <a16:creationId xmlns:a16="http://schemas.microsoft.com/office/drawing/2014/main" id="{601BA203-0CDF-B45B-4903-AAA0C19E8584}"/>
              </a:ext>
            </a:extLst>
          </p:cNvPr>
          <p:cNvSpPr/>
          <p:nvPr/>
        </p:nvSpPr>
        <p:spPr>
          <a:xfrm>
            <a:off x="2773680" y="4644390"/>
            <a:ext cx="1859280" cy="5410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4213D"/>
                </a:solidFill>
                <a:effectLst/>
                <a:latin typeface="Calibri" panose="020F0502020204030204" pitchFamily="34" charset="0"/>
              </a:rPr>
              <a:t>€250m</a:t>
            </a:r>
          </a:p>
          <a:p>
            <a:pPr algn="l">
              <a:buNone/>
            </a:pPr>
            <a:r>
              <a:rPr lang="en-US" sz="100">
                <a:effectLst/>
              </a:rPr>
              <a:t> </a:t>
            </a:r>
            <a:endParaRPr lang="en-US"/>
          </a:p>
        </p:txBody>
      </p:sp>
    </p:spTree>
    <p:extLst>
      <p:ext uri="{BB962C8B-B14F-4D97-AF65-F5344CB8AC3E}">
        <p14:creationId xmlns:p14="http://schemas.microsoft.com/office/powerpoint/2010/main" val="33604657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63" name="label2">
            <a:extLst>
              <a:ext uri="{FF2B5EF4-FFF2-40B4-BE49-F238E27FC236}">
                <a16:creationId xmlns:a16="http://schemas.microsoft.com/office/drawing/2014/main" id="{CD038614-2DFE-0A0B-90C8-60F070B0AD5F}"/>
              </a:ext>
            </a:extLst>
          </p:cNvPr>
          <p:cNvSpPr/>
          <p:nvPr/>
        </p:nvSpPr>
        <p:spPr>
          <a:xfrm>
            <a:off x="502920" y="457200"/>
            <a:ext cx="5486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F6672"/>
                </a:solidFill>
                <a:effectLst/>
                <a:latin typeface="Calibri" panose="020F0502020204030204" pitchFamily="34" charset="0"/>
              </a:rPr>
              <a:t>Example output – fictional training scenario</a:t>
            </a:r>
          </a:p>
          <a:p>
            <a:pPr algn="l">
              <a:buNone/>
            </a:pPr>
            <a:r>
              <a:rPr lang="en-US" sz="100">
                <a:effectLst/>
              </a:rPr>
              <a:t> </a:t>
            </a:r>
            <a:endParaRPr lang="en-US"/>
          </a:p>
        </p:txBody>
      </p:sp>
      <p:sp>
        <p:nvSpPr>
          <p:cNvPr id="905" name="title2">
            <a:extLst>
              <a:ext uri="{FF2B5EF4-FFF2-40B4-BE49-F238E27FC236}">
                <a16:creationId xmlns:a16="http://schemas.microsoft.com/office/drawing/2014/main" id="{72337D1B-2980-F926-B93C-00BD5CBA5EF6}"/>
              </a:ext>
            </a:extLst>
          </p:cNvPr>
          <p:cNvSpPr/>
          <p:nvPr/>
        </p:nvSpPr>
        <p:spPr>
          <a:xfrm>
            <a:off x="502920" y="777240"/>
            <a:ext cx="1118616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a:solidFill>
                  <a:srgbClr val="14213D"/>
                </a:solidFill>
                <a:effectLst/>
                <a:latin typeface="Georgia" panose="02040502050405020303" pitchFamily="18" charset="0"/>
              </a:rPr>
              <a:t>A strong deal within our risk appetite</a:t>
            </a:r>
          </a:p>
          <a:p>
            <a:pPr algn="l">
              <a:buNone/>
            </a:pPr>
            <a:r>
              <a:rPr lang="en-US" sz="100">
                <a:effectLst/>
              </a:rPr>
              <a:t> </a:t>
            </a:r>
            <a:endParaRPr lang="en-US"/>
          </a:p>
        </p:txBody>
      </p:sp>
      <p:sp>
        <p:nvSpPr>
          <p:cNvPr id="948" name="row0">
            <a:extLst>
              <a:ext uri="{FF2B5EF4-FFF2-40B4-BE49-F238E27FC236}">
                <a16:creationId xmlns:a16="http://schemas.microsoft.com/office/drawing/2014/main" id="{62BF7AB0-75E0-CB28-7086-FD7AD36D498A}"/>
              </a:ext>
            </a:extLst>
          </p:cNvPr>
          <p:cNvSpPr/>
          <p:nvPr/>
        </p:nvSpPr>
        <p:spPr>
          <a:xfrm>
            <a:off x="594360" y="1600200"/>
            <a:ext cx="11003280" cy="813816"/>
          </a:xfrm>
          <a:prstGeom prst="rect">
            <a:avLst/>
          </a:prstGeom>
          <a:solidFill>
            <a:srgbClr val="EDF0F5"/>
          </a:solidFill>
          <a:ln w="12700">
            <a:solidFill>
              <a:srgbClr val="EDF0F5">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92" name="rowLab0">
            <a:extLst>
              <a:ext uri="{FF2B5EF4-FFF2-40B4-BE49-F238E27FC236}">
                <a16:creationId xmlns:a16="http://schemas.microsoft.com/office/drawing/2014/main" id="{AC19FC25-0325-238D-67AA-0553B7E7BA88}"/>
              </a:ext>
            </a:extLst>
          </p:cNvPr>
          <p:cNvSpPr/>
          <p:nvPr/>
        </p:nvSpPr>
        <p:spPr>
          <a:xfrm>
            <a:off x="640080" y="1847088"/>
            <a:ext cx="201168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14213D"/>
                </a:solidFill>
                <a:effectLst/>
                <a:latin typeface="Calibri" panose="020F0502020204030204" pitchFamily="34" charset="0"/>
              </a:rPr>
              <a:t>OPPORTUNITY</a:t>
            </a:r>
          </a:p>
          <a:p>
            <a:pPr algn="l">
              <a:buNone/>
            </a:pPr>
            <a:r>
              <a:rPr lang="en-US" sz="100">
                <a:effectLst/>
              </a:rPr>
              <a:t> </a:t>
            </a:r>
            <a:endParaRPr lang="en-US"/>
          </a:p>
        </p:txBody>
      </p:sp>
      <p:sp>
        <p:nvSpPr>
          <p:cNvPr id="1037" name="rowTxt0">
            <a:extLst>
              <a:ext uri="{FF2B5EF4-FFF2-40B4-BE49-F238E27FC236}">
                <a16:creationId xmlns:a16="http://schemas.microsoft.com/office/drawing/2014/main" id="{F9070733-ACA5-1D12-8F75-BC188FCCE95F}"/>
              </a:ext>
            </a:extLst>
          </p:cNvPr>
          <p:cNvSpPr/>
          <p:nvPr/>
        </p:nvSpPr>
        <p:spPr>
          <a:xfrm>
            <a:off x="2651760" y="1607058"/>
            <a:ext cx="6248400" cy="8001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2B2F36"/>
                </a:solidFill>
                <a:effectLst/>
                <a:latin typeface="Calibri" panose="020F0502020204030204" pitchFamily="34" charset="0"/>
              </a:rPr>
              <a:t>Fabrikam, a client for decades, asks MUFG to lead €800m for its €1,200m acquisition of Contoso Energy Materials.</a:t>
            </a:r>
          </a:p>
          <a:p>
            <a:pPr algn="l">
              <a:buNone/>
            </a:pPr>
            <a:r>
              <a:rPr lang="en-US" sz="100">
                <a:effectLst/>
              </a:rPr>
              <a:t> </a:t>
            </a:r>
            <a:endParaRPr lang="en-US"/>
          </a:p>
        </p:txBody>
      </p:sp>
      <p:sp>
        <p:nvSpPr>
          <p:cNvPr id="1083" name="rowFig0">
            <a:extLst>
              <a:ext uri="{FF2B5EF4-FFF2-40B4-BE49-F238E27FC236}">
                <a16:creationId xmlns:a16="http://schemas.microsoft.com/office/drawing/2014/main" id="{4FA3CA0B-F5E0-1018-19D2-4597F3A3EED5}"/>
              </a:ext>
            </a:extLst>
          </p:cNvPr>
          <p:cNvSpPr/>
          <p:nvPr/>
        </p:nvSpPr>
        <p:spPr>
          <a:xfrm>
            <a:off x="8808720" y="1660398"/>
            <a:ext cx="2651760" cy="6934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600" b="1">
                <a:solidFill>
                  <a:srgbClr val="14213D"/>
                </a:solidFill>
                <a:effectLst/>
                <a:latin typeface="Calibri" panose="020F0502020204030204" pitchFamily="34" charset="0"/>
              </a:rPr>
              <a:t>€800m</a:t>
            </a:r>
          </a:p>
          <a:p>
            <a:pPr algn="l">
              <a:buNone/>
            </a:pPr>
            <a:r>
              <a:rPr lang="en-US" sz="1200">
                <a:solidFill>
                  <a:srgbClr val="5F6672"/>
                </a:solidFill>
                <a:effectLst/>
                <a:latin typeface="Calibri" panose="020F0502020204030204" pitchFamily="34" charset="0"/>
              </a:rPr>
              <a:t>financing requested</a:t>
            </a:r>
            <a:endParaRPr lang="en-US"/>
          </a:p>
        </p:txBody>
      </p:sp>
      <p:sp>
        <p:nvSpPr>
          <p:cNvPr id="1130" name="row1">
            <a:extLst>
              <a:ext uri="{FF2B5EF4-FFF2-40B4-BE49-F238E27FC236}">
                <a16:creationId xmlns:a16="http://schemas.microsoft.com/office/drawing/2014/main" id="{8D91E641-5A3D-B5D8-6AA7-4488C7EA0E1D}"/>
              </a:ext>
            </a:extLst>
          </p:cNvPr>
          <p:cNvSpPr/>
          <p:nvPr/>
        </p:nvSpPr>
        <p:spPr>
          <a:xfrm>
            <a:off x="594360" y="2505456"/>
            <a:ext cx="11003280" cy="813816"/>
          </a:xfrm>
          <a:prstGeom prst="rect">
            <a:avLst/>
          </a:prstGeom>
          <a:solidFill>
            <a:srgbClr val="EDF0F5"/>
          </a:solidFill>
          <a:ln w="12700">
            <a:solidFill>
              <a:srgbClr val="EDF0F5">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78" name="rowLab1">
            <a:extLst>
              <a:ext uri="{FF2B5EF4-FFF2-40B4-BE49-F238E27FC236}">
                <a16:creationId xmlns:a16="http://schemas.microsoft.com/office/drawing/2014/main" id="{CCFB601B-901B-1A7F-8AA3-57563FC980DA}"/>
              </a:ext>
            </a:extLst>
          </p:cNvPr>
          <p:cNvSpPr/>
          <p:nvPr/>
        </p:nvSpPr>
        <p:spPr>
          <a:xfrm>
            <a:off x="640080" y="2752344"/>
            <a:ext cx="201168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14213D"/>
                </a:solidFill>
                <a:effectLst/>
                <a:latin typeface="Calibri" panose="020F0502020204030204" pitchFamily="34" charset="0"/>
              </a:rPr>
              <a:t>CREDIT</a:t>
            </a:r>
          </a:p>
          <a:p>
            <a:pPr algn="l">
              <a:buNone/>
            </a:pPr>
            <a:r>
              <a:rPr lang="en-US" sz="100">
                <a:effectLst/>
              </a:rPr>
              <a:t> </a:t>
            </a:r>
            <a:endParaRPr lang="en-US"/>
          </a:p>
        </p:txBody>
      </p:sp>
      <p:sp>
        <p:nvSpPr>
          <p:cNvPr id="1227" name="rowTxt1">
            <a:extLst>
              <a:ext uri="{FF2B5EF4-FFF2-40B4-BE49-F238E27FC236}">
                <a16:creationId xmlns:a16="http://schemas.microsoft.com/office/drawing/2014/main" id="{FBAEF841-1E81-74D3-34D6-F3C6916D4808}"/>
              </a:ext>
            </a:extLst>
          </p:cNvPr>
          <p:cNvSpPr/>
          <p:nvPr/>
        </p:nvSpPr>
        <p:spPr>
          <a:xfrm>
            <a:off x="2651760" y="2512314"/>
            <a:ext cx="6248400" cy="8001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2B2F36"/>
                </a:solidFill>
                <a:effectLst/>
                <a:latin typeface="Calibri" panose="020F0502020204030204" pitchFamily="34" charset="0"/>
              </a:rPr>
              <a:t>Pro-forma net leverage of 2.7x on FY2025 EBITDA, falling to 2.26x in Year 1; 17.2% EBITDA headroom at closing.</a:t>
            </a:r>
          </a:p>
          <a:p>
            <a:pPr algn="l">
              <a:buNone/>
            </a:pPr>
            <a:r>
              <a:rPr lang="en-US" sz="100">
                <a:effectLst/>
              </a:rPr>
              <a:t> </a:t>
            </a:r>
            <a:endParaRPr lang="en-US"/>
          </a:p>
        </p:txBody>
      </p:sp>
      <p:sp>
        <p:nvSpPr>
          <p:cNvPr id="1277" name="rowFig1">
            <a:extLst>
              <a:ext uri="{FF2B5EF4-FFF2-40B4-BE49-F238E27FC236}">
                <a16:creationId xmlns:a16="http://schemas.microsoft.com/office/drawing/2014/main" id="{B2DA156D-46F3-21C0-2FBD-190C1B8BF841}"/>
              </a:ext>
            </a:extLst>
          </p:cNvPr>
          <p:cNvSpPr/>
          <p:nvPr/>
        </p:nvSpPr>
        <p:spPr>
          <a:xfrm>
            <a:off x="8808720" y="2565654"/>
            <a:ext cx="2651760" cy="6934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600" b="1">
                <a:solidFill>
                  <a:srgbClr val="14213D"/>
                </a:solidFill>
                <a:effectLst/>
                <a:latin typeface="Calibri" panose="020F0502020204030204" pitchFamily="34" charset="0"/>
              </a:rPr>
              <a:t>2.7x</a:t>
            </a:r>
          </a:p>
          <a:p>
            <a:pPr algn="l">
              <a:buNone/>
            </a:pPr>
            <a:r>
              <a:rPr lang="en-US" sz="1200">
                <a:solidFill>
                  <a:srgbClr val="5F6672"/>
                </a:solidFill>
                <a:effectLst/>
                <a:latin typeface="Calibri" panose="020F0502020204030204" pitchFamily="34" charset="0"/>
              </a:rPr>
              <a:t>pro-forma net leverage</a:t>
            </a:r>
            <a:endParaRPr lang="en-US"/>
          </a:p>
        </p:txBody>
      </p:sp>
      <p:sp>
        <p:nvSpPr>
          <p:cNvPr id="1328" name="row2">
            <a:extLst>
              <a:ext uri="{FF2B5EF4-FFF2-40B4-BE49-F238E27FC236}">
                <a16:creationId xmlns:a16="http://schemas.microsoft.com/office/drawing/2014/main" id="{B7BBCE5D-ADBF-73E1-03E6-988B81621831}"/>
              </a:ext>
            </a:extLst>
          </p:cNvPr>
          <p:cNvSpPr/>
          <p:nvPr/>
        </p:nvSpPr>
        <p:spPr>
          <a:xfrm>
            <a:off x="594360" y="3410712"/>
            <a:ext cx="11003280" cy="813816"/>
          </a:xfrm>
          <a:prstGeom prst="rect">
            <a:avLst/>
          </a:prstGeom>
          <a:solidFill>
            <a:srgbClr val="EDF0F5"/>
          </a:solidFill>
          <a:ln w="12700">
            <a:solidFill>
              <a:srgbClr val="EDF0F5">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80" name="rowLab2">
            <a:extLst>
              <a:ext uri="{FF2B5EF4-FFF2-40B4-BE49-F238E27FC236}">
                <a16:creationId xmlns:a16="http://schemas.microsoft.com/office/drawing/2014/main" id="{570A325D-C0BA-63B2-1188-5FF4C6E47042}"/>
              </a:ext>
            </a:extLst>
          </p:cNvPr>
          <p:cNvSpPr/>
          <p:nvPr/>
        </p:nvSpPr>
        <p:spPr>
          <a:xfrm>
            <a:off x="640080" y="3657600"/>
            <a:ext cx="201168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14213D"/>
                </a:solidFill>
                <a:effectLst/>
                <a:latin typeface="Calibri" panose="020F0502020204030204" pitchFamily="34" charset="0"/>
              </a:rPr>
              <a:t>PORTFOLIO</a:t>
            </a:r>
          </a:p>
          <a:p>
            <a:pPr algn="l">
              <a:buNone/>
            </a:pPr>
            <a:r>
              <a:rPr lang="en-US" sz="100">
                <a:effectLst/>
              </a:rPr>
              <a:t> </a:t>
            </a:r>
            <a:endParaRPr lang="en-US"/>
          </a:p>
        </p:txBody>
      </p:sp>
      <p:sp>
        <p:nvSpPr>
          <p:cNvPr id="1433" name="rowTxt2">
            <a:extLst>
              <a:ext uri="{FF2B5EF4-FFF2-40B4-BE49-F238E27FC236}">
                <a16:creationId xmlns:a16="http://schemas.microsoft.com/office/drawing/2014/main" id="{15C440CB-B907-6A70-590A-C94B40D3B794}"/>
              </a:ext>
            </a:extLst>
          </p:cNvPr>
          <p:cNvSpPr/>
          <p:nvPr/>
        </p:nvSpPr>
        <p:spPr>
          <a:xfrm>
            <a:off x="2651760" y="3417570"/>
            <a:ext cx="6248400" cy="8001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2B2F36"/>
                </a:solidFill>
                <a:effectLst/>
                <a:latin typeface="Calibri" panose="020F0502020204030204" pitchFamily="34" charset="0"/>
              </a:rPr>
              <a:t>Industrials is above early warning at 13.6%; a €250m hold keeps it below the 15% limit, including the pipeline.</a:t>
            </a:r>
          </a:p>
          <a:p>
            <a:pPr algn="l">
              <a:buNone/>
            </a:pPr>
            <a:r>
              <a:rPr lang="en-US" sz="100">
                <a:effectLst/>
              </a:rPr>
              <a:t> </a:t>
            </a:r>
            <a:endParaRPr lang="en-US"/>
          </a:p>
        </p:txBody>
      </p:sp>
      <p:sp>
        <p:nvSpPr>
          <p:cNvPr id="1487" name="rowFig2">
            <a:extLst>
              <a:ext uri="{FF2B5EF4-FFF2-40B4-BE49-F238E27FC236}">
                <a16:creationId xmlns:a16="http://schemas.microsoft.com/office/drawing/2014/main" id="{11AF78C4-B5E7-607E-F8F2-419793B07F76}"/>
              </a:ext>
            </a:extLst>
          </p:cNvPr>
          <p:cNvSpPr/>
          <p:nvPr/>
        </p:nvSpPr>
        <p:spPr>
          <a:xfrm>
            <a:off x="8808720" y="3470910"/>
            <a:ext cx="2651760" cy="6934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600" b="1">
                <a:solidFill>
                  <a:srgbClr val="14213D"/>
                </a:solidFill>
                <a:effectLst/>
                <a:latin typeface="Calibri" panose="020F0502020204030204" pitchFamily="34" charset="0"/>
              </a:rPr>
              <a:t>14.90%</a:t>
            </a:r>
          </a:p>
          <a:p>
            <a:pPr algn="l">
              <a:buNone/>
            </a:pPr>
            <a:r>
              <a:rPr lang="en-US" sz="1200">
                <a:solidFill>
                  <a:srgbClr val="5F6672"/>
                </a:solidFill>
                <a:effectLst/>
                <a:latin typeface="Calibri" panose="020F0502020204030204" pitchFamily="34" charset="0"/>
              </a:rPr>
              <a:t>Industrials incl. pipeline</a:t>
            </a:r>
            <a:endParaRPr lang="en-US"/>
          </a:p>
        </p:txBody>
      </p:sp>
      <p:sp>
        <p:nvSpPr>
          <p:cNvPr id="1542" name="row3">
            <a:extLst>
              <a:ext uri="{FF2B5EF4-FFF2-40B4-BE49-F238E27FC236}">
                <a16:creationId xmlns:a16="http://schemas.microsoft.com/office/drawing/2014/main" id="{A00C1BED-683C-8A7F-16C1-F6C922B92F0E}"/>
              </a:ext>
            </a:extLst>
          </p:cNvPr>
          <p:cNvSpPr/>
          <p:nvPr/>
        </p:nvSpPr>
        <p:spPr>
          <a:xfrm>
            <a:off x="594360" y="4315968"/>
            <a:ext cx="11003280" cy="813816"/>
          </a:xfrm>
          <a:prstGeom prst="rect">
            <a:avLst/>
          </a:prstGeom>
          <a:solidFill>
            <a:srgbClr val="EDF0F5"/>
          </a:solidFill>
          <a:ln w="12700">
            <a:solidFill>
              <a:srgbClr val="EDF0F5">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98" name="rowLab3">
            <a:extLst>
              <a:ext uri="{FF2B5EF4-FFF2-40B4-BE49-F238E27FC236}">
                <a16:creationId xmlns:a16="http://schemas.microsoft.com/office/drawing/2014/main" id="{35FBB7F3-91E0-1E00-DCF4-294EB68E2C61}"/>
              </a:ext>
            </a:extLst>
          </p:cNvPr>
          <p:cNvSpPr/>
          <p:nvPr/>
        </p:nvSpPr>
        <p:spPr>
          <a:xfrm>
            <a:off x="640080" y="4562856"/>
            <a:ext cx="201168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14213D"/>
                </a:solidFill>
                <a:effectLst/>
                <a:latin typeface="Calibri" panose="020F0502020204030204" pitchFamily="34" charset="0"/>
              </a:rPr>
              <a:t>RETURNS</a:t>
            </a:r>
          </a:p>
          <a:p>
            <a:pPr algn="l">
              <a:buNone/>
            </a:pPr>
            <a:r>
              <a:rPr lang="en-US" sz="100">
                <a:effectLst/>
              </a:rPr>
              <a:t> </a:t>
            </a:r>
            <a:endParaRPr lang="en-US"/>
          </a:p>
        </p:txBody>
      </p:sp>
      <p:sp>
        <p:nvSpPr>
          <p:cNvPr id="1655" name="rowTxt3">
            <a:extLst>
              <a:ext uri="{FF2B5EF4-FFF2-40B4-BE49-F238E27FC236}">
                <a16:creationId xmlns:a16="http://schemas.microsoft.com/office/drawing/2014/main" id="{E7C965E1-1416-67A6-1B32-D922025FAAC1}"/>
              </a:ext>
            </a:extLst>
          </p:cNvPr>
          <p:cNvSpPr/>
          <p:nvPr/>
        </p:nvSpPr>
        <p:spPr>
          <a:xfrm>
            <a:off x="2651760" y="4437126"/>
            <a:ext cx="6248400" cy="5715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2B2F36"/>
                </a:solidFill>
                <a:effectLst/>
                <a:latin typeface="Calibri" panose="020F0502020204030204" pitchFamily="34" charset="0"/>
              </a:rPr>
              <a:t>Loan-only RoRWA is 2.01%; with hedging and cash management it rises to 3.20%, above the 2.5% hurdle.</a:t>
            </a:r>
          </a:p>
          <a:p>
            <a:pPr algn="l">
              <a:buNone/>
            </a:pPr>
            <a:r>
              <a:rPr lang="en-US" sz="100">
                <a:effectLst/>
              </a:rPr>
              <a:t> </a:t>
            </a:r>
            <a:endParaRPr lang="en-US"/>
          </a:p>
        </p:txBody>
      </p:sp>
      <p:sp>
        <p:nvSpPr>
          <p:cNvPr id="1713" name="rowFig3">
            <a:extLst>
              <a:ext uri="{FF2B5EF4-FFF2-40B4-BE49-F238E27FC236}">
                <a16:creationId xmlns:a16="http://schemas.microsoft.com/office/drawing/2014/main" id="{3660C9F9-6EB2-B689-4612-AD44B700545B}"/>
              </a:ext>
            </a:extLst>
          </p:cNvPr>
          <p:cNvSpPr/>
          <p:nvPr/>
        </p:nvSpPr>
        <p:spPr>
          <a:xfrm>
            <a:off x="8808720" y="4376166"/>
            <a:ext cx="2651760" cy="6934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600" b="1">
                <a:solidFill>
                  <a:srgbClr val="14213D"/>
                </a:solidFill>
                <a:effectLst/>
                <a:latin typeface="Calibri" panose="020F0502020204030204" pitchFamily="34" charset="0"/>
              </a:rPr>
              <a:t>3.20%</a:t>
            </a:r>
          </a:p>
          <a:p>
            <a:pPr algn="l">
              <a:buNone/>
            </a:pPr>
            <a:r>
              <a:rPr lang="en-US" sz="1200">
                <a:solidFill>
                  <a:srgbClr val="5F6672"/>
                </a:solidFill>
                <a:effectLst/>
                <a:latin typeface="Calibri" panose="020F0502020204030204" pitchFamily="34" charset="0"/>
              </a:rPr>
              <a:t>RoRWA incl. ancillary</a:t>
            </a:r>
            <a:endParaRPr lang="en-US"/>
          </a:p>
        </p:txBody>
      </p:sp>
      <p:sp>
        <p:nvSpPr>
          <p:cNvPr id="1772" name="row4">
            <a:extLst>
              <a:ext uri="{FF2B5EF4-FFF2-40B4-BE49-F238E27FC236}">
                <a16:creationId xmlns:a16="http://schemas.microsoft.com/office/drawing/2014/main" id="{EF139840-7E8E-3BAD-602C-711598F8EEAF}"/>
              </a:ext>
            </a:extLst>
          </p:cNvPr>
          <p:cNvSpPr/>
          <p:nvPr/>
        </p:nvSpPr>
        <p:spPr>
          <a:xfrm>
            <a:off x="594360" y="5221224"/>
            <a:ext cx="11003280" cy="813816"/>
          </a:xfrm>
          <a:prstGeom prst="rect">
            <a:avLst/>
          </a:prstGeom>
          <a:solidFill>
            <a:srgbClr val="EDF0F5"/>
          </a:solidFill>
          <a:ln w="28575">
            <a:solidFill>
              <a:srgbClr val="A6192E"/>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32" name="rowLab4">
            <a:extLst>
              <a:ext uri="{FF2B5EF4-FFF2-40B4-BE49-F238E27FC236}">
                <a16:creationId xmlns:a16="http://schemas.microsoft.com/office/drawing/2014/main" id="{77D1ABB1-71AB-8304-422B-F5CE9AEFF820}"/>
              </a:ext>
            </a:extLst>
          </p:cNvPr>
          <p:cNvSpPr/>
          <p:nvPr/>
        </p:nvSpPr>
        <p:spPr>
          <a:xfrm>
            <a:off x="640080" y="5468112"/>
            <a:ext cx="201168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14213D"/>
                </a:solidFill>
                <a:effectLst/>
                <a:latin typeface="Calibri" panose="020F0502020204030204" pitchFamily="34" charset="0"/>
              </a:rPr>
              <a:t>RECOMMENDATION</a:t>
            </a:r>
          </a:p>
          <a:p>
            <a:pPr algn="l">
              <a:buNone/>
            </a:pPr>
            <a:r>
              <a:rPr lang="en-US" sz="100">
                <a:effectLst/>
              </a:rPr>
              <a:t> </a:t>
            </a:r>
            <a:endParaRPr lang="en-US"/>
          </a:p>
        </p:txBody>
      </p:sp>
      <p:sp>
        <p:nvSpPr>
          <p:cNvPr id="1893" name="rowTxt4">
            <a:extLst>
              <a:ext uri="{FF2B5EF4-FFF2-40B4-BE49-F238E27FC236}">
                <a16:creationId xmlns:a16="http://schemas.microsoft.com/office/drawing/2014/main" id="{6E6EB128-E5FA-190C-424C-E741DEF6F47A}"/>
              </a:ext>
            </a:extLst>
          </p:cNvPr>
          <p:cNvSpPr/>
          <p:nvPr/>
        </p:nvSpPr>
        <p:spPr>
          <a:xfrm>
            <a:off x="2651760" y="5342382"/>
            <a:ext cx="6248400" cy="5715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2B2F36"/>
                </a:solidFill>
                <a:effectLst/>
                <a:latin typeface="Calibri" panose="020F0502020204030204" pitchFamily="34" charset="0"/>
              </a:rPr>
              <a:t>Approve the MLA role with a €250m final hold, subject to three conditions.</a:t>
            </a:r>
          </a:p>
          <a:p>
            <a:pPr algn="l">
              <a:buNone/>
            </a:pPr>
            <a:r>
              <a:rPr lang="en-US" sz="100">
                <a:effectLst/>
              </a:rPr>
              <a:t> </a:t>
            </a:r>
            <a:endParaRPr lang="en-US"/>
          </a:p>
        </p:txBody>
      </p:sp>
      <p:sp>
        <p:nvSpPr>
          <p:cNvPr id="2018" name="source2">
            <a:extLst>
              <a:ext uri="{FF2B5EF4-FFF2-40B4-BE49-F238E27FC236}">
                <a16:creationId xmlns:a16="http://schemas.microsoft.com/office/drawing/2014/main" id="{6562D7AC-282D-7B14-7D38-36181F635F5D}"/>
              </a:ext>
            </a:extLst>
          </p:cNvPr>
          <p:cNvSpPr/>
          <p:nvPr/>
        </p:nvSpPr>
        <p:spPr>
          <a:xfrm>
            <a:off x="502920" y="6080760"/>
            <a:ext cx="1118616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F6672"/>
                </a:solidFill>
                <a:effectLst/>
                <a:latin typeface="Calibri" panose="020F0502020204030204" pitchFamily="34" charset="0"/>
              </a:rPr>
              <a:t>Source: Executive Briefing – Project Meridian (Final), 6 November 2026</a:t>
            </a:r>
          </a:p>
          <a:p>
            <a:pPr algn="l">
              <a:buNone/>
            </a:pPr>
            <a:r>
              <a:rPr lang="en-US" sz="100">
                <a:effectLst/>
              </a:rPr>
              <a:t> </a:t>
            </a:r>
            <a:endParaRPr lang="en-US"/>
          </a:p>
        </p:txBody>
      </p:sp>
      <p:sp>
        <p:nvSpPr>
          <p:cNvPr id="17604" name="rowFig4b">
            <a:extLst>
              <a:ext uri="{FF2B5EF4-FFF2-40B4-BE49-F238E27FC236}">
                <a16:creationId xmlns:a16="http://schemas.microsoft.com/office/drawing/2014/main" id="{44C4D27C-26A4-B557-F603-12574F38A60F}"/>
              </a:ext>
            </a:extLst>
          </p:cNvPr>
          <p:cNvSpPr/>
          <p:nvPr/>
        </p:nvSpPr>
        <p:spPr>
          <a:xfrm>
            <a:off x="8808720" y="5281422"/>
            <a:ext cx="2651760" cy="6934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600" b="1">
                <a:solidFill>
                  <a:srgbClr val="14213D"/>
                </a:solidFill>
                <a:effectLst/>
                <a:latin typeface="Calibri" panose="020F0502020204030204" pitchFamily="34" charset="0"/>
              </a:rPr>
              <a:t>€250m</a:t>
            </a:r>
          </a:p>
          <a:p>
            <a:pPr algn="l">
              <a:buNone/>
            </a:pPr>
            <a:r>
              <a:rPr lang="en-US" sz="1200">
                <a:solidFill>
                  <a:srgbClr val="5F6672"/>
                </a:solidFill>
                <a:effectLst/>
                <a:latin typeface="Calibri" panose="020F0502020204030204" pitchFamily="34" charset="0"/>
              </a:rPr>
              <a:t>MUFG final hold</a:t>
            </a:r>
            <a:endParaRPr lang="en-US"/>
          </a:p>
        </p:txBody>
      </p:sp>
    </p:spTree>
    <p:extLst>
      <p:ext uri="{BB962C8B-B14F-4D97-AF65-F5344CB8AC3E}">
        <p14:creationId xmlns:p14="http://schemas.microsoft.com/office/powerpoint/2010/main" val="23867893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82" name="label3">
            <a:extLst>
              <a:ext uri="{FF2B5EF4-FFF2-40B4-BE49-F238E27FC236}">
                <a16:creationId xmlns:a16="http://schemas.microsoft.com/office/drawing/2014/main" id="{81AEA6B8-E7A4-3B2E-D563-AD957246F6B3}"/>
              </a:ext>
            </a:extLst>
          </p:cNvPr>
          <p:cNvSpPr/>
          <p:nvPr/>
        </p:nvSpPr>
        <p:spPr>
          <a:xfrm>
            <a:off x="502920" y="457200"/>
            <a:ext cx="5486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F6672"/>
                </a:solidFill>
                <a:effectLst/>
                <a:latin typeface="Calibri" panose="020F0502020204030204" pitchFamily="34" charset="0"/>
              </a:rPr>
              <a:t>Example output – fictional training scenario</a:t>
            </a:r>
          </a:p>
          <a:p>
            <a:pPr algn="l">
              <a:buNone/>
            </a:pPr>
            <a:r>
              <a:rPr lang="en-US" sz="100">
                <a:effectLst/>
              </a:rPr>
              <a:t> </a:t>
            </a:r>
            <a:endParaRPr lang="en-US"/>
          </a:p>
        </p:txBody>
      </p:sp>
      <p:sp>
        <p:nvSpPr>
          <p:cNvPr id="2147" name="title3">
            <a:extLst>
              <a:ext uri="{FF2B5EF4-FFF2-40B4-BE49-F238E27FC236}">
                <a16:creationId xmlns:a16="http://schemas.microsoft.com/office/drawing/2014/main" id="{21A3DDBE-487F-E9D8-BD93-D983939B58C6}"/>
              </a:ext>
            </a:extLst>
          </p:cNvPr>
          <p:cNvSpPr/>
          <p:nvPr/>
        </p:nvSpPr>
        <p:spPr>
          <a:xfrm>
            <a:off x="502920" y="777240"/>
            <a:ext cx="1118616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a:solidFill>
                  <a:srgbClr val="14213D"/>
                </a:solidFill>
                <a:effectLst/>
                <a:latin typeface="Georgia" panose="02040502050405020303" pitchFamily="18" charset="0"/>
              </a:rPr>
              <a:t>A lead role with a decades-long client</a:t>
            </a:r>
          </a:p>
          <a:p>
            <a:pPr algn="l">
              <a:buNone/>
            </a:pPr>
            <a:r>
              <a:rPr lang="en-US" sz="100">
                <a:effectLst/>
              </a:rPr>
              <a:t> </a:t>
            </a:r>
            <a:endParaRPr lang="en-US"/>
          </a:p>
        </p:txBody>
      </p:sp>
      <p:sp>
        <p:nvSpPr>
          <p:cNvPr id="2213" name="boxParent">
            <a:extLst>
              <a:ext uri="{FF2B5EF4-FFF2-40B4-BE49-F238E27FC236}">
                <a16:creationId xmlns:a16="http://schemas.microsoft.com/office/drawing/2014/main" id="{A0309647-2480-A20E-7D62-DC866E983D1D}"/>
              </a:ext>
            </a:extLst>
          </p:cNvPr>
          <p:cNvSpPr/>
          <p:nvPr/>
        </p:nvSpPr>
        <p:spPr>
          <a:xfrm>
            <a:off x="594360" y="1600200"/>
            <a:ext cx="2194560" cy="1143000"/>
          </a:xfrm>
          <a:prstGeom prst="rect">
            <a:avLst/>
          </a:prstGeom>
          <a:solidFill>
            <a:srgbClr val="14213D"/>
          </a:solidFill>
          <a:ln w="12700">
            <a:solidFill>
              <a:srgbClr val="14213D">
                <a:alpha val="0"/>
              </a:srgbClr>
            </a:solidFill>
          </a:ln>
          <a:effectLst>
            <a:outerShdw blurRad="101600" dist="25400" dir="5400000" algn="ctr" rotWithShape="0">
              <a:srgbClr val="2B2F36">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FFFFFF"/>
                </a:solidFill>
                <a:effectLst/>
                <a:latin typeface="Calibri" panose="020F0502020204030204" pitchFamily="34" charset="0"/>
              </a:rPr>
              <a:t>Fabrikam Industries Co., Ltd.</a:t>
            </a:r>
          </a:p>
          <a:p>
            <a:pPr algn="l">
              <a:buNone/>
            </a:pPr>
            <a:r>
              <a:rPr lang="en-US" sz="1200">
                <a:solidFill>
                  <a:srgbClr val="DCE3EE"/>
                </a:solidFill>
                <a:effectLst/>
                <a:latin typeface="Calibri" panose="020F0502020204030204" pitchFamily="34" charset="0"/>
              </a:rPr>
              <a:t>Tokyo · parent and guarantor</a:t>
            </a:r>
            <a:endParaRPr lang="en-US"/>
          </a:p>
        </p:txBody>
      </p:sp>
      <p:sp>
        <p:nvSpPr>
          <p:cNvPr id="2280" name="boxBorrower">
            <a:extLst>
              <a:ext uri="{FF2B5EF4-FFF2-40B4-BE49-F238E27FC236}">
                <a16:creationId xmlns:a16="http://schemas.microsoft.com/office/drawing/2014/main" id="{92C45C41-6C8B-4DE2-E676-C2D115F71822}"/>
              </a:ext>
            </a:extLst>
          </p:cNvPr>
          <p:cNvSpPr/>
          <p:nvPr/>
        </p:nvSpPr>
        <p:spPr>
          <a:xfrm>
            <a:off x="594360" y="3200400"/>
            <a:ext cx="2194560" cy="1143000"/>
          </a:xfrm>
          <a:prstGeom prst="rect">
            <a:avLst/>
          </a:prstGeom>
          <a:solidFill>
            <a:srgbClr val="14213D"/>
          </a:solidFill>
          <a:ln w="12700">
            <a:solidFill>
              <a:srgbClr val="14213D">
                <a:alpha val="0"/>
              </a:srgbClr>
            </a:solidFill>
          </a:ln>
          <a:effectLst>
            <a:outerShdw blurRad="101600" dist="25400" dir="5400000" algn="ctr" rotWithShape="0">
              <a:srgbClr val="2B2F36">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FFFFFF"/>
                </a:solidFill>
                <a:effectLst/>
                <a:latin typeface="Calibri" panose="020F0502020204030204" pitchFamily="34" charset="0"/>
              </a:rPr>
              <a:t>Fabrikam Europe GmbH</a:t>
            </a:r>
          </a:p>
          <a:p>
            <a:pPr algn="l">
              <a:buNone/>
            </a:pPr>
            <a:r>
              <a:rPr lang="en-US" sz="1200">
                <a:solidFill>
                  <a:srgbClr val="DCE3EE"/>
                </a:solidFill>
                <a:effectLst/>
                <a:latin typeface="Calibri" panose="020F0502020204030204" pitchFamily="34" charset="0"/>
              </a:rPr>
              <a:t>Düsseldorf · borrower</a:t>
            </a:r>
            <a:endParaRPr lang="en-US"/>
          </a:p>
        </p:txBody>
      </p:sp>
      <p:sp>
        <p:nvSpPr>
          <p:cNvPr id="2348" name="boxTarget">
            <a:extLst>
              <a:ext uri="{FF2B5EF4-FFF2-40B4-BE49-F238E27FC236}">
                <a16:creationId xmlns:a16="http://schemas.microsoft.com/office/drawing/2014/main" id="{C39FC087-A8DF-AE55-BCC0-A71C73647955}"/>
              </a:ext>
            </a:extLst>
          </p:cNvPr>
          <p:cNvSpPr/>
          <p:nvPr/>
        </p:nvSpPr>
        <p:spPr>
          <a:xfrm>
            <a:off x="4434840" y="3200400"/>
            <a:ext cx="2194560" cy="1143000"/>
          </a:xfrm>
          <a:prstGeom prst="rect">
            <a:avLst/>
          </a:prstGeom>
          <a:solidFill>
            <a:srgbClr val="EDF0F5"/>
          </a:solidFill>
          <a:ln w="12700">
            <a:solidFill>
              <a:srgbClr val="EDF0F5">
                <a:alpha val="0"/>
              </a:srgbClr>
            </a:solidFill>
          </a:ln>
          <a:effectLst>
            <a:outerShdw blurRad="101600" dist="25400" dir="5400000" algn="ctr" rotWithShape="0">
              <a:srgbClr val="2B2F36">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4213D"/>
                </a:solidFill>
                <a:effectLst/>
                <a:latin typeface="Calibri" panose="020F0502020204030204" pitchFamily="34" charset="0"/>
              </a:rPr>
              <a:t>Contoso Energy Materials B.V.</a:t>
            </a:r>
          </a:p>
          <a:p>
            <a:pPr algn="l">
              <a:buNone/>
            </a:pPr>
            <a:r>
              <a:rPr lang="en-US" sz="1200">
                <a:solidFill>
                  <a:srgbClr val="2B2F36"/>
                </a:solidFill>
                <a:effectLst/>
                <a:latin typeface="Calibri" panose="020F0502020204030204" pitchFamily="34" charset="0"/>
              </a:rPr>
              <a:t>Eindhoven · plants in Eindhoven and Dunkirk</a:t>
            </a:r>
            <a:endParaRPr lang="en-US"/>
          </a:p>
        </p:txBody>
      </p:sp>
      <p:sp>
        <p:nvSpPr>
          <p:cNvPr id="2417" name="arrowOwns">
            <a:extLst>
              <a:ext uri="{FF2B5EF4-FFF2-40B4-BE49-F238E27FC236}">
                <a16:creationId xmlns:a16="http://schemas.microsoft.com/office/drawing/2014/main" id="{01F147B9-2E24-264A-E1B8-D1674465C908}"/>
              </a:ext>
            </a:extLst>
          </p:cNvPr>
          <p:cNvSpPr/>
          <p:nvPr/>
        </p:nvSpPr>
        <p:spPr>
          <a:xfrm>
            <a:off x="1554480" y="2811780"/>
            <a:ext cx="274320" cy="320040"/>
          </a:xfrm>
          <a:prstGeom prst="downArrow">
            <a:avLst/>
          </a:prstGeom>
          <a:solidFill>
            <a:srgbClr val="9AA5B5"/>
          </a:solidFill>
          <a:ln w="3175">
            <a:solidFill>
              <a:srgbClr val="9AA5B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87" name="ownsLab">
            <a:extLst>
              <a:ext uri="{FF2B5EF4-FFF2-40B4-BE49-F238E27FC236}">
                <a16:creationId xmlns:a16="http://schemas.microsoft.com/office/drawing/2014/main" id="{2EEECC52-CFF6-DA54-A168-7D3D63884081}"/>
              </a:ext>
            </a:extLst>
          </p:cNvPr>
          <p:cNvSpPr/>
          <p:nvPr/>
        </p:nvSpPr>
        <p:spPr>
          <a:xfrm>
            <a:off x="1965960" y="2811780"/>
            <a:ext cx="1371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F6672"/>
                </a:solidFill>
                <a:effectLst/>
                <a:latin typeface="Calibri" panose="020F0502020204030204" pitchFamily="34" charset="0"/>
              </a:rPr>
              <a:t>100% owned</a:t>
            </a:r>
          </a:p>
          <a:p>
            <a:pPr algn="l">
              <a:buNone/>
            </a:pPr>
            <a:r>
              <a:rPr lang="en-US" sz="100">
                <a:effectLst/>
              </a:rPr>
              <a:t> </a:t>
            </a:r>
            <a:endParaRPr lang="en-US"/>
          </a:p>
        </p:txBody>
      </p:sp>
      <p:sp>
        <p:nvSpPr>
          <p:cNvPr id="2558" name="arrowBuy">
            <a:extLst>
              <a:ext uri="{FF2B5EF4-FFF2-40B4-BE49-F238E27FC236}">
                <a16:creationId xmlns:a16="http://schemas.microsoft.com/office/drawing/2014/main" id="{350D1945-22C1-1C1C-C680-2E3A6F2B98B6}"/>
              </a:ext>
            </a:extLst>
          </p:cNvPr>
          <p:cNvSpPr/>
          <p:nvPr/>
        </p:nvSpPr>
        <p:spPr>
          <a:xfrm>
            <a:off x="2880360" y="3634740"/>
            <a:ext cx="1463040" cy="274320"/>
          </a:xfrm>
          <a:prstGeom prst="rightArrow">
            <a:avLst/>
          </a:prstGeom>
          <a:solidFill>
            <a:srgbClr val="14213D"/>
          </a:solidFill>
          <a:ln w="3175">
            <a:solidFill>
              <a:srgbClr val="14213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30" name="buyLab">
            <a:extLst>
              <a:ext uri="{FF2B5EF4-FFF2-40B4-BE49-F238E27FC236}">
                <a16:creationId xmlns:a16="http://schemas.microsoft.com/office/drawing/2014/main" id="{939FF434-8B83-3DD8-1905-C397B7E1DC96}"/>
              </a:ext>
            </a:extLst>
          </p:cNvPr>
          <p:cNvSpPr/>
          <p:nvPr/>
        </p:nvSpPr>
        <p:spPr>
          <a:xfrm>
            <a:off x="2834640" y="3296412"/>
            <a:ext cx="155448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4213D"/>
                </a:solidFill>
                <a:effectLst/>
                <a:latin typeface="Calibri" panose="020F0502020204030204" pitchFamily="34" charset="0"/>
              </a:rPr>
              <a:t>Acquires 100%</a:t>
            </a:r>
          </a:p>
          <a:p>
            <a:pPr algn="ctr">
              <a:buNone/>
            </a:pPr>
            <a:r>
              <a:rPr lang="en-US" sz="100">
                <a:effectLst/>
              </a:rPr>
              <a:t> </a:t>
            </a:r>
            <a:endParaRPr lang="en-US"/>
          </a:p>
        </p:txBody>
      </p:sp>
      <p:sp>
        <p:nvSpPr>
          <p:cNvPr id="2703" name="evLab">
            <a:extLst>
              <a:ext uri="{FF2B5EF4-FFF2-40B4-BE49-F238E27FC236}">
                <a16:creationId xmlns:a16="http://schemas.microsoft.com/office/drawing/2014/main" id="{D3CBDA27-CB58-3F4F-2C3B-B07CE0853E06}"/>
              </a:ext>
            </a:extLst>
          </p:cNvPr>
          <p:cNvSpPr/>
          <p:nvPr/>
        </p:nvSpPr>
        <p:spPr>
          <a:xfrm>
            <a:off x="2834640" y="3927348"/>
            <a:ext cx="155448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4213D"/>
                </a:solidFill>
                <a:effectLst/>
                <a:latin typeface="Calibri" panose="020F0502020204030204" pitchFamily="34" charset="0"/>
              </a:rPr>
              <a:t>EV €1,200m</a:t>
            </a:r>
          </a:p>
          <a:p>
            <a:pPr algn="ctr">
              <a:buNone/>
            </a:pPr>
            <a:r>
              <a:rPr lang="en-US" sz="100">
                <a:effectLst/>
              </a:rPr>
              <a:t> </a:t>
            </a:r>
            <a:endParaRPr lang="en-US"/>
          </a:p>
        </p:txBody>
      </p:sp>
      <p:sp>
        <p:nvSpPr>
          <p:cNvPr id="2777" name="contosoEyebrow">
            <a:extLst>
              <a:ext uri="{FF2B5EF4-FFF2-40B4-BE49-F238E27FC236}">
                <a16:creationId xmlns:a16="http://schemas.microsoft.com/office/drawing/2014/main" id="{6936D269-8DF5-B981-9546-A227EE0D4329}"/>
              </a:ext>
            </a:extLst>
          </p:cNvPr>
          <p:cNvSpPr/>
          <p:nvPr/>
        </p:nvSpPr>
        <p:spPr>
          <a:xfrm>
            <a:off x="502920" y="4526280"/>
            <a:ext cx="621792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5F6672"/>
                </a:solidFill>
                <a:effectLst/>
                <a:latin typeface="Calibri" panose="020F0502020204030204" pitchFamily="34" charset="0"/>
              </a:rPr>
              <a:t>CONTOSO ENERGY MATERIALS, 2025</a:t>
            </a:r>
          </a:p>
          <a:p>
            <a:pPr algn="l">
              <a:buNone/>
            </a:pPr>
            <a:r>
              <a:rPr lang="en-US" sz="100">
                <a:effectLst/>
              </a:rPr>
              <a:t> </a:t>
            </a:r>
            <a:endParaRPr lang="en-US"/>
          </a:p>
        </p:txBody>
      </p:sp>
      <p:sp>
        <p:nvSpPr>
          <p:cNvPr id="2852" name="cfact0">
            <a:extLst>
              <a:ext uri="{FF2B5EF4-FFF2-40B4-BE49-F238E27FC236}">
                <a16:creationId xmlns:a16="http://schemas.microsoft.com/office/drawing/2014/main" id="{958FB828-8FA5-0A40-6AC3-E37765FC43C4}"/>
              </a:ext>
            </a:extLst>
          </p:cNvPr>
          <p:cNvSpPr/>
          <p:nvPr/>
        </p:nvSpPr>
        <p:spPr>
          <a:xfrm>
            <a:off x="502920" y="4864608"/>
            <a:ext cx="2011680" cy="685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b="1">
                <a:solidFill>
                  <a:srgbClr val="14213D"/>
                </a:solidFill>
                <a:effectLst/>
                <a:latin typeface="Calibri" panose="020F0502020204030204" pitchFamily="34" charset="0"/>
              </a:rPr>
              <a:t>€790m</a:t>
            </a:r>
          </a:p>
          <a:p>
            <a:pPr algn="l">
              <a:buNone/>
            </a:pPr>
            <a:r>
              <a:rPr lang="en-US" sz="1300">
                <a:solidFill>
                  <a:srgbClr val="2B2F36"/>
                </a:solidFill>
                <a:effectLst/>
                <a:latin typeface="Calibri" panose="020F0502020204030204" pitchFamily="34" charset="0"/>
              </a:rPr>
              <a:t>revenue</a:t>
            </a:r>
            <a:endParaRPr lang="en-US"/>
          </a:p>
        </p:txBody>
      </p:sp>
      <p:sp>
        <p:nvSpPr>
          <p:cNvPr id="2928" name="cfact1">
            <a:extLst>
              <a:ext uri="{FF2B5EF4-FFF2-40B4-BE49-F238E27FC236}">
                <a16:creationId xmlns:a16="http://schemas.microsoft.com/office/drawing/2014/main" id="{D43FF8D7-2A02-63D0-B1F5-A0A272156198}"/>
              </a:ext>
            </a:extLst>
          </p:cNvPr>
          <p:cNvSpPr/>
          <p:nvPr/>
        </p:nvSpPr>
        <p:spPr>
          <a:xfrm>
            <a:off x="2514600" y="4864608"/>
            <a:ext cx="2011680" cy="685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b="1">
                <a:solidFill>
                  <a:srgbClr val="14213D"/>
                </a:solidFill>
                <a:effectLst/>
                <a:latin typeface="Calibri" panose="020F0502020204030204" pitchFamily="34" charset="0"/>
              </a:rPr>
              <a:t>€110m</a:t>
            </a:r>
          </a:p>
          <a:p>
            <a:pPr algn="l">
              <a:buNone/>
            </a:pPr>
            <a:r>
              <a:rPr lang="en-US" sz="1300">
                <a:solidFill>
                  <a:srgbClr val="2B2F36"/>
                </a:solidFill>
                <a:effectLst/>
                <a:latin typeface="Calibri" panose="020F0502020204030204" pitchFamily="34" charset="0"/>
              </a:rPr>
              <a:t>EBITDA</a:t>
            </a:r>
            <a:endParaRPr lang="en-US"/>
          </a:p>
        </p:txBody>
      </p:sp>
      <p:sp>
        <p:nvSpPr>
          <p:cNvPr id="3005" name="cfact2">
            <a:extLst>
              <a:ext uri="{FF2B5EF4-FFF2-40B4-BE49-F238E27FC236}">
                <a16:creationId xmlns:a16="http://schemas.microsoft.com/office/drawing/2014/main" id="{789421DE-0FD9-5F53-3094-7AAA2542AC24}"/>
              </a:ext>
            </a:extLst>
          </p:cNvPr>
          <p:cNvSpPr/>
          <p:nvPr/>
        </p:nvSpPr>
        <p:spPr>
          <a:xfrm>
            <a:off x="4526280" y="4864608"/>
            <a:ext cx="2011680" cy="685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b="1">
                <a:solidFill>
                  <a:srgbClr val="14213D"/>
                </a:solidFill>
                <a:effectLst/>
                <a:latin typeface="Calibri" panose="020F0502020204030204" pitchFamily="34" charset="0"/>
              </a:rPr>
              <a:t>10.9x</a:t>
            </a:r>
          </a:p>
          <a:p>
            <a:pPr algn="l">
              <a:buNone/>
            </a:pPr>
            <a:r>
              <a:rPr lang="en-US" sz="1300">
                <a:solidFill>
                  <a:srgbClr val="2B2F36"/>
                </a:solidFill>
                <a:effectLst/>
                <a:latin typeface="Calibri" panose="020F0502020204030204" pitchFamily="34" charset="0"/>
              </a:rPr>
              <a:t>EV / 2025 EBITDA</a:t>
            </a:r>
            <a:endParaRPr lang="en-US"/>
          </a:p>
        </p:txBody>
      </p:sp>
      <p:sp>
        <p:nvSpPr>
          <p:cNvPr id="3083" name="sellers">
            <a:extLst>
              <a:ext uri="{FF2B5EF4-FFF2-40B4-BE49-F238E27FC236}">
                <a16:creationId xmlns:a16="http://schemas.microsoft.com/office/drawing/2014/main" id="{C869B45B-017B-0F22-35DE-337F5B51B1D1}"/>
              </a:ext>
            </a:extLst>
          </p:cNvPr>
          <p:cNvSpPr/>
          <p:nvPr/>
        </p:nvSpPr>
        <p:spPr>
          <a:xfrm>
            <a:off x="502920" y="5554981"/>
            <a:ext cx="6217920" cy="48005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F6672"/>
                </a:solidFill>
                <a:effectLst/>
                <a:latin typeface="Calibri" panose="020F0502020204030204" pitchFamily="34" charset="0"/>
              </a:rPr>
              <a:t>Sellers: Northwind Capital Partners Fund III (88%) and Contoso Management Holdings S.à r.l. (12%)</a:t>
            </a:r>
          </a:p>
          <a:p>
            <a:pPr algn="l">
              <a:buNone/>
            </a:pPr>
            <a:r>
              <a:rPr lang="en-US" sz="100">
                <a:effectLst/>
              </a:rPr>
              <a:t> </a:t>
            </a:r>
            <a:endParaRPr lang="en-US"/>
          </a:p>
        </p:txBody>
      </p:sp>
      <p:sp>
        <p:nvSpPr>
          <p:cNvPr id="3162" name="fabEyebrow">
            <a:extLst>
              <a:ext uri="{FF2B5EF4-FFF2-40B4-BE49-F238E27FC236}">
                <a16:creationId xmlns:a16="http://schemas.microsoft.com/office/drawing/2014/main" id="{E93EB578-5206-4B24-B327-D2CE02F61A64}"/>
              </a:ext>
            </a:extLst>
          </p:cNvPr>
          <p:cNvSpPr/>
          <p:nvPr/>
        </p:nvSpPr>
        <p:spPr>
          <a:xfrm>
            <a:off x="6995160" y="1600200"/>
            <a:ext cx="469392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4213D"/>
                </a:solidFill>
                <a:effectLst/>
                <a:latin typeface="Calibri" panose="020F0502020204030204" pitchFamily="34" charset="0"/>
              </a:rPr>
              <a:t>WHY IT MATTERS TO FABRIKAM</a:t>
            </a:r>
          </a:p>
          <a:p>
            <a:pPr algn="l">
              <a:buNone/>
            </a:pPr>
            <a:r>
              <a:rPr lang="en-US" sz="100">
                <a:effectLst/>
              </a:rPr>
              <a:t> </a:t>
            </a:r>
            <a:endParaRPr lang="en-US"/>
          </a:p>
        </p:txBody>
      </p:sp>
      <p:sp>
        <p:nvSpPr>
          <p:cNvPr id="3242" name="fabText">
            <a:extLst>
              <a:ext uri="{FF2B5EF4-FFF2-40B4-BE49-F238E27FC236}">
                <a16:creationId xmlns:a16="http://schemas.microsoft.com/office/drawing/2014/main" id="{BC61A2C3-6BD7-F929-F6C5-09E0846F6BDF}"/>
              </a:ext>
            </a:extLst>
          </p:cNvPr>
          <p:cNvSpPr/>
          <p:nvPr/>
        </p:nvSpPr>
        <p:spPr>
          <a:xfrm>
            <a:off x="6995160" y="1965960"/>
            <a:ext cx="4693920" cy="8001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2B2F36"/>
                </a:solidFill>
                <a:effectLst/>
                <a:latin typeface="Calibri" panose="020F0502020204030204" pitchFamily="34" charset="0"/>
              </a:rPr>
              <a:t>Secures recycled nickel, cobalt and lithium for its EV components – a closed-loop supply strategy.</a:t>
            </a:r>
          </a:p>
          <a:p>
            <a:pPr algn="l">
              <a:buNone/>
            </a:pPr>
            <a:r>
              <a:rPr lang="en-US" sz="100">
                <a:effectLst/>
              </a:rPr>
              <a:t> </a:t>
            </a:r>
            <a:endParaRPr lang="en-US"/>
          </a:p>
        </p:txBody>
      </p:sp>
      <p:sp>
        <p:nvSpPr>
          <p:cNvPr id="3323" name="mufgEyebrow">
            <a:extLst>
              <a:ext uri="{FF2B5EF4-FFF2-40B4-BE49-F238E27FC236}">
                <a16:creationId xmlns:a16="http://schemas.microsoft.com/office/drawing/2014/main" id="{F347BD62-DB20-5AE5-810A-870BAE6AEA8F}"/>
              </a:ext>
            </a:extLst>
          </p:cNvPr>
          <p:cNvSpPr/>
          <p:nvPr/>
        </p:nvSpPr>
        <p:spPr>
          <a:xfrm>
            <a:off x="6995160" y="2994660"/>
            <a:ext cx="469392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4213D"/>
                </a:solidFill>
                <a:effectLst/>
                <a:latin typeface="Calibri" panose="020F0502020204030204" pitchFamily="34" charset="0"/>
              </a:rPr>
              <a:t>WHY IT MATTERS TO MUFG</a:t>
            </a:r>
          </a:p>
          <a:p>
            <a:pPr algn="l">
              <a:buNone/>
            </a:pPr>
            <a:r>
              <a:rPr lang="en-US" sz="100">
                <a:effectLst/>
              </a:rPr>
              <a:t> </a:t>
            </a:r>
            <a:endParaRPr lang="en-US"/>
          </a:p>
        </p:txBody>
      </p:sp>
      <p:sp>
        <p:nvSpPr>
          <p:cNvPr id="3405" name="role0">
            <a:extLst>
              <a:ext uri="{FF2B5EF4-FFF2-40B4-BE49-F238E27FC236}">
                <a16:creationId xmlns:a16="http://schemas.microsoft.com/office/drawing/2014/main" id="{9CD16BEE-0B62-9CF8-2AAA-D49EB79EE6B7}"/>
              </a:ext>
            </a:extLst>
          </p:cNvPr>
          <p:cNvSpPr/>
          <p:nvPr/>
        </p:nvSpPr>
        <p:spPr>
          <a:xfrm>
            <a:off x="6995160" y="3360420"/>
            <a:ext cx="4693920" cy="35509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B2F36"/>
                </a:solidFill>
                <a:effectLst/>
                <a:latin typeface="Calibri" panose="020F0502020204030204" pitchFamily="34" charset="0"/>
              </a:rPr>
              <a:t>Lead role: MLA and Bookrunner</a:t>
            </a:r>
          </a:p>
          <a:p>
            <a:pPr algn="l">
              <a:buNone/>
            </a:pPr>
            <a:r>
              <a:rPr lang="en-US" sz="100">
                <a:effectLst/>
              </a:rPr>
              <a:t> </a:t>
            </a:r>
            <a:endParaRPr lang="en-US"/>
          </a:p>
        </p:txBody>
      </p:sp>
      <p:sp>
        <p:nvSpPr>
          <p:cNvPr id="3488" name="role1">
            <a:extLst>
              <a:ext uri="{FF2B5EF4-FFF2-40B4-BE49-F238E27FC236}">
                <a16:creationId xmlns:a16="http://schemas.microsoft.com/office/drawing/2014/main" id="{68DAC3D5-5C19-3E71-26C8-931CE00BE095}"/>
              </a:ext>
            </a:extLst>
          </p:cNvPr>
          <p:cNvSpPr/>
          <p:nvPr/>
        </p:nvSpPr>
        <p:spPr>
          <a:xfrm>
            <a:off x="6995160" y="3715512"/>
            <a:ext cx="4693920" cy="35509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B2F36"/>
                </a:solidFill>
                <a:effectLst/>
                <a:latin typeface="Calibri" panose="020F0502020204030204" pitchFamily="34" charset="0"/>
              </a:rPr>
              <a:t>Hedging coordinator: EUR/JPY FX, rates</a:t>
            </a:r>
          </a:p>
          <a:p>
            <a:pPr algn="l">
              <a:buNone/>
            </a:pPr>
            <a:r>
              <a:rPr lang="en-US" sz="100">
                <a:effectLst/>
              </a:rPr>
              <a:t> </a:t>
            </a:r>
            <a:endParaRPr lang="en-US"/>
          </a:p>
        </p:txBody>
      </p:sp>
      <p:sp>
        <p:nvSpPr>
          <p:cNvPr id="3572" name="role2">
            <a:extLst>
              <a:ext uri="{FF2B5EF4-FFF2-40B4-BE49-F238E27FC236}">
                <a16:creationId xmlns:a16="http://schemas.microsoft.com/office/drawing/2014/main" id="{B52032BE-051E-1523-38AC-7A5B7CA095BA}"/>
              </a:ext>
            </a:extLst>
          </p:cNvPr>
          <p:cNvSpPr/>
          <p:nvPr/>
        </p:nvSpPr>
        <p:spPr>
          <a:xfrm>
            <a:off x="6995160" y="4070604"/>
            <a:ext cx="4693920" cy="468477"/>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B2F36"/>
                </a:solidFill>
                <a:effectLst/>
                <a:latin typeface="Calibri" panose="020F0502020204030204" pitchFamily="34" charset="0"/>
              </a:rPr>
              <a:t>Cash management: Netherlands, France, UAE</a:t>
            </a:r>
          </a:p>
          <a:p>
            <a:pPr algn="l">
              <a:buNone/>
            </a:pPr>
            <a:r>
              <a:rPr lang="en-US" sz="100">
                <a:effectLst/>
              </a:rPr>
              <a:t> </a:t>
            </a:r>
            <a:endParaRPr lang="en-US"/>
          </a:p>
        </p:txBody>
      </p:sp>
      <p:sp>
        <p:nvSpPr>
          <p:cNvPr id="3657" name="revTile">
            <a:extLst>
              <a:ext uri="{FF2B5EF4-FFF2-40B4-BE49-F238E27FC236}">
                <a16:creationId xmlns:a16="http://schemas.microsoft.com/office/drawing/2014/main" id="{FF4C9C3B-9313-3CEE-BE71-6758EF2B7F3D}"/>
              </a:ext>
            </a:extLst>
          </p:cNvPr>
          <p:cNvSpPr/>
          <p:nvPr/>
        </p:nvSpPr>
        <p:spPr>
          <a:xfrm>
            <a:off x="7086600" y="4562856"/>
            <a:ext cx="4511040" cy="1472184"/>
          </a:xfrm>
          <a:prstGeom prst="rect">
            <a:avLst/>
          </a:prstGeom>
          <a:solidFill>
            <a:srgbClr val="EDF0F5"/>
          </a:solidFill>
          <a:ln w="12700">
            <a:solidFill>
              <a:srgbClr val="EDF0F5">
                <a:alpha val="0"/>
              </a:srgbClr>
            </a:solidFill>
          </a:ln>
          <a:effectLst>
            <a:outerShdw blurRad="101600" dist="25400" dir="5400000" algn="ctr" rotWithShape="0">
              <a:srgbClr val="2B2F36">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43" name="revText">
            <a:extLst>
              <a:ext uri="{FF2B5EF4-FFF2-40B4-BE49-F238E27FC236}">
                <a16:creationId xmlns:a16="http://schemas.microsoft.com/office/drawing/2014/main" id="{54628122-7C17-888D-48B8-6EE74C9EA0CF}"/>
              </a:ext>
            </a:extLst>
          </p:cNvPr>
          <p:cNvSpPr/>
          <p:nvPr/>
        </p:nvSpPr>
        <p:spPr>
          <a:xfrm>
            <a:off x="7132320" y="4662678"/>
            <a:ext cx="4419600" cy="12725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600" b="1">
                <a:solidFill>
                  <a:srgbClr val="14213D"/>
                </a:solidFill>
                <a:effectLst/>
                <a:latin typeface="Calibri" panose="020F0502020204030204" pitchFamily="34" charset="0"/>
              </a:rPr>
              <a:t>€5.11m</a:t>
            </a:r>
          </a:p>
          <a:p>
            <a:pPr algn="l">
              <a:buNone/>
            </a:pPr>
            <a:r>
              <a:rPr lang="en-US" sz="1300">
                <a:solidFill>
                  <a:srgbClr val="2B2F36"/>
                </a:solidFill>
                <a:effectLst/>
                <a:latin typeface="Calibri" panose="020F0502020204030204" pitchFamily="34" charset="0"/>
              </a:rPr>
              <a:t>total relationship revenue a year at a €250m hold</a:t>
            </a:r>
          </a:p>
          <a:p>
            <a:pPr algn="l">
              <a:buNone/>
            </a:pPr>
            <a:r>
              <a:rPr lang="en-US" sz="1200">
                <a:solidFill>
                  <a:srgbClr val="5F6672"/>
                </a:solidFill>
                <a:effectLst/>
                <a:latin typeface="Calibri" panose="020F0502020204030204" pitchFamily="34" charset="0"/>
              </a:rPr>
              <a:t>Loan €3.21m · hedging €1.5m · cash management €0.4m</a:t>
            </a:r>
            <a:endParaRPr lang="en-US"/>
          </a:p>
        </p:txBody>
      </p:sp>
      <p:sp>
        <p:nvSpPr>
          <p:cNvPr id="3830" name="source3">
            <a:extLst>
              <a:ext uri="{FF2B5EF4-FFF2-40B4-BE49-F238E27FC236}">
                <a16:creationId xmlns:a16="http://schemas.microsoft.com/office/drawing/2014/main" id="{C7EA47FA-8D4F-74E0-6735-E84592873AB4}"/>
              </a:ext>
            </a:extLst>
          </p:cNvPr>
          <p:cNvSpPr/>
          <p:nvPr/>
        </p:nvSpPr>
        <p:spPr>
          <a:xfrm>
            <a:off x="502920" y="6080760"/>
            <a:ext cx="1118616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F6672"/>
                </a:solidFill>
                <a:effectLst/>
                <a:latin typeface="Calibri" panose="020F0502020204030204" pitchFamily="34" charset="0"/>
              </a:rPr>
              <a:t>Source: Executive Briefing – Project Meridian (Final); Contoso 2025 audited accounts; hold scenarios</a:t>
            </a:r>
          </a:p>
          <a:p>
            <a:pPr algn="l">
              <a:buNone/>
            </a:pPr>
            <a:r>
              <a:rPr lang="en-US" sz="100">
                <a:effectLst/>
              </a:rPr>
              <a:t> </a:t>
            </a:r>
            <a:endParaRPr lang="en-US"/>
          </a:p>
        </p:txBody>
      </p:sp>
    </p:spTree>
    <p:extLst>
      <p:ext uri="{BB962C8B-B14F-4D97-AF65-F5344CB8AC3E}">
        <p14:creationId xmlns:p14="http://schemas.microsoft.com/office/powerpoint/2010/main" val="29490766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31" name="label4">
            <a:extLst>
              <a:ext uri="{FF2B5EF4-FFF2-40B4-BE49-F238E27FC236}">
                <a16:creationId xmlns:a16="http://schemas.microsoft.com/office/drawing/2014/main" id="{0B2EEC34-E242-2203-ECAB-B4D83AD74DDD}"/>
              </a:ext>
            </a:extLst>
          </p:cNvPr>
          <p:cNvSpPr/>
          <p:nvPr/>
        </p:nvSpPr>
        <p:spPr>
          <a:xfrm>
            <a:off x="502920" y="457200"/>
            <a:ext cx="5486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F6672"/>
                </a:solidFill>
                <a:effectLst/>
                <a:latin typeface="Calibri" panose="020F0502020204030204" pitchFamily="34" charset="0"/>
              </a:rPr>
              <a:t>Example output – fictional training scenario</a:t>
            </a:r>
          </a:p>
          <a:p>
            <a:pPr algn="l">
              <a:buNone/>
            </a:pPr>
            <a:r>
              <a:rPr lang="en-US" sz="100">
                <a:effectLst/>
              </a:rPr>
              <a:t> </a:t>
            </a:r>
            <a:endParaRPr lang="en-US"/>
          </a:p>
        </p:txBody>
      </p:sp>
      <p:sp>
        <p:nvSpPr>
          <p:cNvPr id="3833" name="title4">
            <a:extLst>
              <a:ext uri="{FF2B5EF4-FFF2-40B4-BE49-F238E27FC236}">
                <a16:creationId xmlns:a16="http://schemas.microsoft.com/office/drawing/2014/main" id="{CE79FCB8-9ED5-A9F5-1E3E-04599985A8D2}"/>
              </a:ext>
            </a:extLst>
          </p:cNvPr>
          <p:cNvSpPr/>
          <p:nvPr/>
        </p:nvSpPr>
        <p:spPr>
          <a:xfrm>
            <a:off x="502920" y="777240"/>
            <a:ext cx="1118616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a:solidFill>
                  <a:srgbClr val="14213D"/>
                </a:solidFill>
                <a:effectLst/>
                <a:latin typeface="Georgia" panose="02040502050405020303" pitchFamily="18" charset="0"/>
              </a:rPr>
              <a:t>€800m in two five-year facilities</a:t>
            </a:r>
          </a:p>
          <a:p>
            <a:pPr algn="l">
              <a:buNone/>
            </a:pPr>
            <a:r>
              <a:rPr lang="en-US" sz="100">
                <a:effectLst/>
              </a:rPr>
              <a:t> </a:t>
            </a:r>
            <a:endParaRPr lang="en-US"/>
          </a:p>
        </p:txBody>
      </p:sp>
      <p:graphicFrame>
        <p:nvGraphicFramePr>
          <p:cNvPr id="24" name="Table 23">
            <a:extLst>
              <a:ext uri="{FF2B5EF4-FFF2-40B4-BE49-F238E27FC236}">
                <a16:creationId xmlns:a16="http://schemas.microsoft.com/office/drawing/2014/main" id="{77B118E9-A718-4DC7-AC3D-E0A23CA07FA8}"/>
              </a:ext>
            </a:extLst>
          </p:cNvPr>
          <p:cNvGraphicFramePr>
            <a:graphicFrameLocks noGrp="1"/>
          </p:cNvGraphicFramePr>
          <p:nvPr/>
        </p:nvGraphicFramePr>
        <p:xfrm>
          <a:off x="594360" y="1600200"/>
          <a:ext cx="8127999" cy="1524000"/>
        </p:xfrm>
        <a:graphic>
          <a:graphicData uri="http://schemas.openxmlformats.org/drawingml/2006/table">
            <a:tbl>
              <a:tblPr bandRow="1">
                <a:tableStyleId>{5C22544A-7EE6-4342-B048-85BDC9FD1C3A}</a:tableStyleId>
              </a:tblPr>
              <a:tblGrid>
                <a:gridCol w="2709333">
                  <a:extLst>
                    <a:ext uri="{9D8B030D-6E8A-4147-A177-3AD203B41FA5}">
                      <a16:colId xmlns:a16="http://schemas.microsoft.com/office/drawing/2014/main" val="681384108"/>
                    </a:ext>
                  </a:extLst>
                </a:gridCol>
                <a:gridCol w="2709333">
                  <a:extLst>
                    <a:ext uri="{9D8B030D-6E8A-4147-A177-3AD203B41FA5}">
                      <a16:colId xmlns:a16="http://schemas.microsoft.com/office/drawing/2014/main" val="1669701520"/>
                    </a:ext>
                  </a:extLst>
                </a:gridCol>
                <a:gridCol w="2709333">
                  <a:extLst>
                    <a:ext uri="{9D8B030D-6E8A-4147-A177-3AD203B41FA5}">
                      <a16:colId xmlns:a16="http://schemas.microsoft.com/office/drawing/2014/main" val="1896053343"/>
                    </a:ext>
                  </a:extLst>
                </a:gridCol>
              </a:tblGrid>
              <a:tr h="0">
                <a:tc>
                  <a:txBody>
                    <a:bodyPr/>
                    <a:lstStyle/>
                    <a:p>
                      <a:pPr>
                        <a:buNone/>
                      </a:pPr>
                      <a:r>
                        <a:rPr lang="en-US" sz="1400" b="1">
                          <a:solidFill>
                            <a:srgbClr val="FFFFFF"/>
                          </a:solidFill>
                          <a:effectLst/>
                          <a:latin typeface="Calibri" panose="020F0502020204030204" pitchFamily="34" charset="0"/>
                        </a:rPr>
                        <a:t>Facility</a:t>
                      </a:r>
                    </a:p>
                  </a:txBody>
                  <a:tcPr anchor="ctr">
                    <a:lnL>
                      <a:noFill/>
                    </a:lnL>
                    <a:lnR>
                      <a:noFill/>
                    </a:lnR>
                    <a:lnT>
                      <a:noFill/>
                    </a:lnT>
                    <a:lnB>
                      <a:noFill/>
                    </a:lnB>
                    <a:solidFill>
                      <a:srgbClr val="14213D"/>
                    </a:solidFill>
                  </a:tcPr>
                </a:tc>
                <a:tc>
                  <a:txBody>
                    <a:bodyPr/>
                    <a:lstStyle/>
                    <a:p>
                      <a:pPr>
                        <a:buNone/>
                      </a:pPr>
                      <a:r>
                        <a:rPr lang="en-US" sz="1400" b="1">
                          <a:solidFill>
                            <a:srgbClr val="FFFFFF"/>
                          </a:solidFill>
                          <a:effectLst/>
                          <a:latin typeface="Calibri" panose="020F0502020204030204" pitchFamily="34" charset="0"/>
                        </a:rPr>
                        <a:t>Term Loan A</a:t>
                      </a:r>
                    </a:p>
                  </a:txBody>
                  <a:tcPr anchor="ctr">
                    <a:lnL>
                      <a:noFill/>
                    </a:lnL>
                    <a:lnR>
                      <a:noFill/>
                    </a:lnR>
                    <a:lnT>
                      <a:noFill/>
                    </a:lnT>
                    <a:lnB>
                      <a:noFill/>
                    </a:lnB>
                    <a:solidFill>
                      <a:srgbClr val="14213D"/>
                    </a:solidFill>
                  </a:tcPr>
                </a:tc>
                <a:tc>
                  <a:txBody>
                    <a:bodyPr/>
                    <a:lstStyle/>
                    <a:p>
                      <a:pPr>
                        <a:buNone/>
                      </a:pPr>
                      <a:r>
                        <a:rPr lang="en-US" sz="1400" b="1">
                          <a:solidFill>
                            <a:srgbClr val="FFFFFF"/>
                          </a:solidFill>
                          <a:effectLst/>
                          <a:latin typeface="Calibri" panose="020F0502020204030204" pitchFamily="34" charset="0"/>
                        </a:rPr>
                        <a:t>Revolving facility</a:t>
                      </a:r>
                    </a:p>
                  </a:txBody>
                  <a:tcPr anchor="ctr">
                    <a:lnL>
                      <a:noFill/>
                    </a:lnL>
                    <a:lnR>
                      <a:noFill/>
                    </a:lnR>
                    <a:lnT>
                      <a:noFill/>
                    </a:lnT>
                    <a:lnB>
                      <a:noFill/>
                    </a:lnB>
                    <a:solidFill>
                      <a:srgbClr val="14213D"/>
                    </a:solidFill>
                  </a:tcPr>
                </a:tc>
                <a:extLst>
                  <a:ext uri="{0D108BD9-81ED-4DB2-BD59-A6C34878D82A}">
                    <a16:rowId xmlns:a16="http://schemas.microsoft.com/office/drawing/2014/main" val="3602205251"/>
                  </a:ext>
                </a:extLst>
              </a:tr>
              <a:tr h="0">
                <a:tc>
                  <a:txBody>
                    <a:bodyPr/>
                    <a:lstStyle/>
                    <a:p>
                      <a:pPr>
                        <a:buNone/>
                      </a:pPr>
                      <a:r>
                        <a:rPr lang="en-US" sz="1400">
                          <a:effectLst/>
                          <a:latin typeface="Calibri" panose="020F0502020204030204" pitchFamily="34" charset="0"/>
                        </a:rPr>
                        <a:t>Amount</a:t>
                      </a:r>
                    </a:p>
                  </a:txBody>
                  <a:tcPr anchor="ctr">
                    <a:lnL>
                      <a:noFill/>
                    </a:lnL>
                    <a:lnR>
                      <a:noFill/>
                    </a:lnR>
                    <a:lnT>
                      <a:noFill/>
                    </a:lnT>
                    <a:lnB>
                      <a:noFill/>
                    </a:lnB>
                    <a:noFill/>
                  </a:tcPr>
                </a:tc>
                <a:tc>
                  <a:txBody>
                    <a:bodyPr/>
                    <a:lstStyle/>
                    <a:p>
                      <a:pPr>
                        <a:buNone/>
                      </a:pPr>
                      <a:r>
                        <a:rPr lang="en-US" sz="1400">
                          <a:effectLst/>
                          <a:latin typeface="Calibri" panose="020F0502020204030204" pitchFamily="34" charset="0"/>
                        </a:rPr>
                        <a:t>€600m</a:t>
                      </a:r>
                    </a:p>
                  </a:txBody>
                  <a:tcPr anchor="ctr">
                    <a:lnL>
                      <a:noFill/>
                    </a:lnL>
                    <a:lnR>
                      <a:noFill/>
                    </a:lnR>
                    <a:lnT>
                      <a:noFill/>
                    </a:lnT>
                    <a:lnB>
                      <a:noFill/>
                    </a:lnB>
                    <a:noFill/>
                  </a:tcPr>
                </a:tc>
                <a:tc>
                  <a:txBody>
                    <a:bodyPr/>
                    <a:lstStyle/>
                    <a:p>
                      <a:pPr>
                        <a:buNone/>
                      </a:pPr>
                      <a:r>
                        <a:rPr lang="en-US" sz="1400">
                          <a:effectLst/>
                          <a:latin typeface="Calibri" panose="020F0502020204030204" pitchFamily="34" charset="0"/>
                        </a:rPr>
                        <a:t>€200m</a:t>
                      </a:r>
                    </a:p>
                  </a:txBody>
                  <a:tcPr anchor="ctr">
                    <a:lnL>
                      <a:noFill/>
                    </a:lnL>
                    <a:lnR>
                      <a:noFill/>
                    </a:lnR>
                    <a:lnT>
                      <a:noFill/>
                    </a:lnT>
                    <a:lnB>
                      <a:noFill/>
                    </a:lnB>
                    <a:noFill/>
                  </a:tcPr>
                </a:tc>
                <a:extLst>
                  <a:ext uri="{0D108BD9-81ED-4DB2-BD59-A6C34878D82A}">
                    <a16:rowId xmlns:a16="http://schemas.microsoft.com/office/drawing/2014/main" val="444716731"/>
                  </a:ext>
                </a:extLst>
              </a:tr>
              <a:tr h="0">
                <a:tc>
                  <a:txBody>
                    <a:bodyPr/>
                    <a:lstStyle/>
                    <a:p>
                      <a:pPr>
                        <a:buNone/>
                      </a:pPr>
                      <a:r>
                        <a:rPr lang="en-US" sz="1400">
                          <a:effectLst/>
                          <a:latin typeface="Calibri" panose="020F0502020204030204" pitchFamily="34" charset="0"/>
                        </a:rPr>
                        <a:t>Tenor</a:t>
                      </a:r>
                    </a:p>
                  </a:txBody>
                  <a:tcPr anchor="ctr">
                    <a:lnL>
                      <a:noFill/>
                    </a:lnL>
                    <a:lnR>
                      <a:noFill/>
                    </a:lnR>
                    <a:lnT>
                      <a:noFill/>
                    </a:lnT>
                    <a:lnB>
                      <a:noFill/>
                    </a:lnB>
                    <a:solidFill>
                      <a:srgbClr val="E8E9EC"/>
                    </a:solidFill>
                  </a:tcPr>
                </a:tc>
                <a:tc>
                  <a:txBody>
                    <a:bodyPr/>
                    <a:lstStyle/>
                    <a:p>
                      <a:pPr>
                        <a:buNone/>
                      </a:pPr>
                      <a:r>
                        <a:rPr lang="en-US" sz="1400">
                          <a:effectLst/>
                          <a:latin typeface="Calibri" panose="020F0502020204030204" pitchFamily="34" charset="0"/>
                        </a:rPr>
                        <a:t>5 years</a:t>
                      </a:r>
                    </a:p>
                  </a:txBody>
                  <a:tcPr anchor="ctr">
                    <a:lnL>
                      <a:noFill/>
                    </a:lnL>
                    <a:lnR>
                      <a:noFill/>
                    </a:lnR>
                    <a:lnT>
                      <a:noFill/>
                    </a:lnT>
                    <a:lnB>
                      <a:noFill/>
                    </a:lnB>
                    <a:solidFill>
                      <a:srgbClr val="E8E9EC"/>
                    </a:solidFill>
                  </a:tcPr>
                </a:tc>
                <a:tc>
                  <a:txBody>
                    <a:bodyPr/>
                    <a:lstStyle/>
                    <a:p>
                      <a:pPr>
                        <a:buNone/>
                      </a:pPr>
                      <a:r>
                        <a:rPr lang="en-US" sz="1400">
                          <a:effectLst/>
                          <a:latin typeface="Calibri" panose="020F0502020204030204" pitchFamily="34" charset="0"/>
                        </a:rPr>
                        <a:t>5 years</a:t>
                      </a:r>
                    </a:p>
                  </a:txBody>
                  <a:tcPr anchor="ctr">
                    <a:lnL>
                      <a:noFill/>
                    </a:lnL>
                    <a:lnR>
                      <a:noFill/>
                    </a:lnR>
                    <a:lnT>
                      <a:noFill/>
                    </a:lnT>
                    <a:lnB>
                      <a:noFill/>
                    </a:lnB>
                    <a:solidFill>
                      <a:srgbClr val="E8E9EC"/>
                    </a:solidFill>
                  </a:tcPr>
                </a:tc>
                <a:extLst>
                  <a:ext uri="{0D108BD9-81ED-4DB2-BD59-A6C34878D82A}">
                    <a16:rowId xmlns:a16="http://schemas.microsoft.com/office/drawing/2014/main" val="2430584018"/>
                  </a:ext>
                </a:extLst>
              </a:tr>
              <a:tr h="0">
                <a:tc>
                  <a:txBody>
                    <a:bodyPr/>
                    <a:lstStyle/>
                    <a:p>
                      <a:pPr>
                        <a:buNone/>
                      </a:pPr>
                      <a:r>
                        <a:rPr lang="en-US" sz="1400">
                          <a:effectLst/>
                          <a:latin typeface="Calibri" panose="020F0502020204030204" pitchFamily="34" charset="0"/>
                        </a:rPr>
                        <a:t>At closing</a:t>
                      </a:r>
                    </a:p>
                  </a:txBody>
                  <a:tcPr anchor="ctr">
                    <a:lnL>
                      <a:noFill/>
                    </a:lnL>
                    <a:lnR>
                      <a:noFill/>
                    </a:lnR>
                    <a:lnT>
                      <a:noFill/>
                    </a:lnT>
                    <a:lnB>
                      <a:noFill/>
                    </a:lnB>
                    <a:noFill/>
                  </a:tcPr>
                </a:tc>
                <a:tc>
                  <a:txBody>
                    <a:bodyPr/>
                    <a:lstStyle/>
                    <a:p>
                      <a:pPr>
                        <a:buNone/>
                      </a:pPr>
                      <a:r>
                        <a:rPr lang="en-US" sz="1400">
                          <a:effectLst/>
                          <a:latin typeface="Calibri" panose="020F0502020204030204" pitchFamily="34" charset="0"/>
                        </a:rPr>
                        <a:t>Drawn</a:t>
                      </a:r>
                    </a:p>
                  </a:txBody>
                  <a:tcPr anchor="ctr">
                    <a:lnL>
                      <a:noFill/>
                    </a:lnL>
                    <a:lnR>
                      <a:noFill/>
                    </a:lnR>
                    <a:lnT>
                      <a:noFill/>
                    </a:lnT>
                    <a:lnB>
                      <a:noFill/>
                    </a:lnB>
                    <a:noFill/>
                  </a:tcPr>
                </a:tc>
                <a:tc>
                  <a:txBody>
                    <a:bodyPr/>
                    <a:lstStyle/>
                    <a:p>
                      <a:pPr>
                        <a:buNone/>
                      </a:pPr>
                      <a:r>
                        <a:rPr lang="en-US" sz="1400">
                          <a:effectLst/>
                          <a:latin typeface="Calibri" panose="020F0502020204030204" pitchFamily="34" charset="0"/>
                        </a:rPr>
                        <a:t>Undrawn</a:t>
                      </a:r>
                    </a:p>
                  </a:txBody>
                  <a:tcPr anchor="ctr">
                    <a:lnL>
                      <a:noFill/>
                    </a:lnL>
                    <a:lnR>
                      <a:noFill/>
                    </a:lnR>
                    <a:lnT>
                      <a:noFill/>
                    </a:lnT>
                    <a:lnB>
                      <a:noFill/>
                    </a:lnB>
                    <a:noFill/>
                  </a:tcPr>
                </a:tc>
                <a:extLst>
                  <a:ext uri="{0D108BD9-81ED-4DB2-BD59-A6C34878D82A}">
                    <a16:rowId xmlns:a16="http://schemas.microsoft.com/office/drawing/2014/main" val="670666308"/>
                  </a:ext>
                </a:extLst>
              </a:tr>
              <a:tr h="0">
                <a:tc>
                  <a:txBody>
                    <a:bodyPr/>
                    <a:lstStyle/>
                    <a:p>
                      <a:pPr>
                        <a:buNone/>
                      </a:pPr>
                      <a:r>
                        <a:rPr lang="en-US" sz="1400">
                          <a:effectLst/>
                          <a:latin typeface="Calibri" panose="020F0502020204030204" pitchFamily="34" charset="0"/>
                        </a:rPr>
                        <a:t>Margin (indicative)</a:t>
                      </a:r>
                    </a:p>
                  </a:txBody>
                  <a:tcPr anchor="ctr">
                    <a:lnL>
                      <a:noFill/>
                    </a:lnL>
                    <a:lnR>
                      <a:noFill/>
                    </a:lnR>
                    <a:lnT>
                      <a:noFill/>
                    </a:lnT>
                    <a:lnB>
                      <a:noFill/>
                    </a:lnB>
                    <a:solidFill>
                      <a:srgbClr val="E8E9EC"/>
                    </a:solidFill>
                  </a:tcPr>
                </a:tc>
                <a:tc>
                  <a:txBody>
                    <a:bodyPr/>
                    <a:lstStyle/>
                    <a:p>
                      <a:pPr>
                        <a:buNone/>
                      </a:pPr>
                      <a:r>
                        <a:rPr lang="en-US" sz="1400">
                          <a:effectLst/>
                          <a:latin typeface="Calibri" panose="020F0502020204030204" pitchFamily="34" charset="0"/>
                        </a:rPr>
                        <a:t>EURIBOR + 135 bps</a:t>
                      </a:r>
                    </a:p>
                  </a:txBody>
                  <a:tcPr anchor="ctr">
                    <a:lnL>
                      <a:noFill/>
                    </a:lnL>
                    <a:lnR>
                      <a:noFill/>
                    </a:lnR>
                    <a:lnT>
                      <a:noFill/>
                    </a:lnT>
                    <a:lnB>
                      <a:noFill/>
                    </a:lnB>
                    <a:solidFill>
                      <a:srgbClr val="E8E9EC"/>
                    </a:solidFill>
                  </a:tcPr>
                </a:tc>
                <a:tc>
                  <a:txBody>
                    <a:bodyPr/>
                    <a:lstStyle/>
                    <a:p>
                      <a:pPr>
                        <a:buNone/>
                      </a:pPr>
                      <a:r>
                        <a:rPr lang="en-US" sz="1400">
                          <a:effectLst/>
                          <a:latin typeface="Calibri" panose="020F0502020204030204" pitchFamily="34" charset="0"/>
                        </a:rPr>
                        <a:t>EURIBOR + 110 bps</a:t>
                      </a:r>
                    </a:p>
                  </a:txBody>
                  <a:tcPr anchor="ctr">
                    <a:lnL>
                      <a:noFill/>
                    </a:lnL>
                    <a:lnR>
                      <a:noFill/>
                    </a:lnR>
                    <a:lnT>
                      <a:noFill/>
                    </a:lnT>
                    <a:lnB>
                      <a:noFill/>
                    </a:lnB>
                    <a:solidFill>
                      <a:srgbClr val="E8E9EC"/>
                    </a:solidFill>
                  </a:tcPr>
                </a:tc>
                <a:extLst>
                  <a:ext uri="{0D108BD9-81ED-4DB2-BD59-A6C34878D82A}">
                    <a16:rowId xmlns:a16="http://schemas.microsoft.com/office/drawing/2014/main" val="1235455651"/>
                  </a:ext>
                </a:extLst>
              </a:tr>
            </a:tbl>
          </a:graphicData>
        </a:graphic>
      </p:graphicFrame>
      <p:sp>
        <p:nvSpPr>
          <p:cNvPr id="4080" name="source4">
            <a:extLst>
              <a:ext uri="{FF2B5EF4-FFF2-40B4-BE49-F238E27FC236}">
                <a16:creationId xmlns:a16="http://schemas.microsoft.com/office/drawing/2014/main" id="{66F76C90-3409-009D-8250-BABFDA2BAA79}"/>
              </a:ext>
            </a:extLst>
          </p:cNvPr>
          <p:cNvSpPr/>
          <p:nvPr/>
        </p:nvSpPr>
        <p:spPr>
          <a:xfrm>
            <a:off x="502920" y="6080760"/>
            <a:ext cx="1118616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F6672"/>
                </a:solidFill>
                <a:effectLst/>
                <a:latin typeface="Calibri" panose="020F0502020204030204" pitchFamily="34" charset="0"/>
              </a:rPr>
              <a:t>Source: Executive Briefing – Project Meridian (Final); indicative terms, subject to credit approval</a:t>
            </a:r>
          </a:p>
          <a:p>
            <a:pPr algn="l">
              <a:buNone/>
            </a:pPr>
            <a:r>
              <a:rPr lang="en-US" sz="100">
                <a:effectLst/>
              </a:rPr>
              <a:t> </a:t>
            </a:r>
            <a:endParaRPr lang="en-US"/>
          </a:p>
        </p:txBody>
      </p:sp>
      <p:sp>
        <p:nvSpPr>
          <p:cNvPr id="16556" name="fundEyebrow">
            <a:extLst>
              <a:ext uri="{FF2B5EF4-FFF2-40B4-BE49-F238E27FC236}">
                <a16:creationId xmlns:a16="http://schemas.microsoft.com/office/drawing/2014/main" id="{232BCB2D-C219-2E64-3B20-5658782C5579}"/>
              </a:ext>
            </a:extLst>
          </p:cNvPr>
          <p:cNvSpPr/>
          <p:nvPr/>
        </p:nvSpPr>
        <p:spPr>
          <a:xfrm>
            <a:off x="8905240" y="1600200"/>
            <a:ext cx="278384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4213D"/>
                </a:solidFill>
                <a:effectLst/>
                <a:latin typeface="Calibri" panose="020F0502020204030204" pitchFamily="34" charset="0"/>
              </a:rPr>
              <a:t>FUNDING THE PRICE</a:t>
            </a:r>
          </a:p>
          <a:p>
            <a:pPr algn="l">
              <a:buNone/>
            </a:pPr>
            <a:r>
              <a:rPr lang="en-US" sz="100">
                <a:effectLst/>
              </a:rPr>
              <a:t> </a:t>
            </a:r>
            <a:endParaRPr lang="en-US"/>
          </a:p>
        </p:txBody>
      </p:sp>
      <p:sp>
        <p:nvSpPr>
          <p:cNvPr id="16558" name="fundTLA">
            <a:extLst>
              <a:ext uri="{FF2B5EF4-FFF2-40B4-BE49-F238E27FC236}">
                <a16:creationId xmlns:a16="http://schemas.microsoft.com/office/drawing/2014/main" id="{0E5BC8C1-8C88-8205-28C4-7B515333A56E}"/>
              </a:ext>
            </a:extLst>
          </p:cNvPr>
          <p:cNvSpPr/>
          <p:nvPr/>
        </p:nvSpPr>
        <p:spPr>
          <a:xfrm>
            <a:off x="8996680" y="1965960"/>
            <a:ext cx="1286764" cy="502920"/>
          </a:xfrm>
          <a:prstGeom prst="rect">
            <a:avLst/>
          </a:prstGeom>
          <a:solidFill>
            <a:srgbClr val="14213D"/>
          </a:solidFill>
          <a:ln w="3175">
            <a:solidFill>
              <a:srgbClr val="14213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FFFFFF"/>
                </a:solidFill>
                <a:effectLst/>
                <a:latin typeface="Calibri" panose="020F0502020204030204" pitchFamily="34" charset="0"/>
              </a:rPr>
              <a:t>TLA €600m</a:t>
            </a:r>
          </a:p>
          <a:p>
            <a:pPr algn="ctr">
              <a:buNone/>
            </a:pPr>
            <a:r>
              <a:rPr lang="en-US" sz="100">
                <a:effectLst/>
              </a:rPr>
              <a:t> </a:t>
            </a:r>
            <a:endParaRPr lang="en-US"/>
          </a:p>
        </p:txBody>
      </p:sp>
      <p:sp>
        <p:nvSpPr>
          <p:cNvPr id="16561" name="fundCash">
            <a:extLst>
              <a:ext uri="{FF2B5EF4-FFF2-40B4-BE49-F238E27FC236}">
                <a16:creationId xmlns:a16="http://schemas.microsoft.com/office/drawing/2014/main" id="{EC712283-979B-6F87-B32D-6DDAA62B305D}"/>
              </a:ext>
            </a:extLst>
          </p:cNvPr>
          <p:cNvSpPr/>
          <p:nvPr/>
        </p:nvSpPr>
        <p:spPr>
          <a:xfrm>
            <a:off x="10310876" y="1965960"/>
            <a:ext cx="1286764" cy="502920"/>
          </a:xfrm>
          <a:prstGeom prst="rect">
            <a:avLst/>
          </a:prstGeom>
          <a:solidFill>
            <a:srgbClr val="C9D3E3"/>
          </a:solidFill>
          <a:ln w="3175">
            <a:solidFill>
              <a:srgbClr val="C9D3E3"/>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4213D"/>
                </a:solidFill>
                <a:effectLst/>
                <a:latin typeface="Calibri" panose="020F0502020204030204" pitchFamily="34" charset="0"/>
              </a:rPr>
              <a:t>Cash €600m</a:t>
            </a:r>
          </a:p>
          <a:p>
            <a:pPr algn="ctr">
              <a:buNone/>
            </a:pPr>
            <a:r>
              <a:rPr lang="en-US" sz="100">
                <a:effectLst/>
              </a:rPr>
              <a:t> </a:t>
            </a:r>
            <a:endParaRPr lang="en-US"/>
          </a:p>
        </p:txBody>
      </p:sp>
      <p:sp>
        <p:nvSpPr>
          <p:cNvPr id="16565" name="fundNote">
            <a:extLst>
              <a:ext uri="{FF2B5EF4-FFF2-40B4-BE49-F238E27FC236}">
                <a16:creationId xmlns:a16="http://schemas.microsoft.com/office/drawing/2014/main" id="{5EFD2E3B-5562-DF97-8286-166A9F1FD6AA}"/>
              </a:ext>
            </a:extLst>
          </p:cNvPr>
          <p:cNvSpPr/>
          <p:nvPr/>
        </p:nvSpPr>
        <p:spPr>
          <a:xfrm>
            <a:off x="8905240" y="2560320"/>
            <a:ext cx="2783840" cy="11049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B2F36"/>
                </a:solidFill>
                <a:effectLst/>
                <a:latin typeface="Calibri" panose="020F0502020204030204" pitchFamily="34" charset="0"/>
              </a:rPr>
              <a:t>Price €1,200m: Term Loan A €600m plus Fabrikam's existing cash €600m, and €20m of costs. The €200m RCF is undrawn at closing.</a:t>
            </a:r>
          </a:p>
          <a:p>
            <a:pPr algn="l">
              <a:buNone/>
            </a:pPr>
            <a:r>
              <a:rPr lang="en-US" sz="100">
                <a:effectLst/>
              </a:rPr>
              <a:t> </a:t>
            </a:r>
            <a:endParaRPr lang="en-US"/>
          </a:p>
        </p:txBody>
      </p:sp>
      <p:sp>
        <p:nvSpPr>
          <p:cNvPr id="16570" name="termCard0">
            <a:extLst>
              <a:ext uri="{FF2B5EF4-FFF2-40B4-BE49-F238E27FC236}">
                <a16:creationId xmlns:a16="http://schemas.microsoft.com/office/drawing/2014/main" id="{823069D2-0280-D211-D8B7-7D9C65944D3B}"/>
              </a:ext>
            </a:extLst>
          </p:cNvPr>
          <p:cNvSpPr/>
          <p:nvPr/>
        </p:nvSpPr>
        <p:spPr>
          <a:xfrm>
            <a:off x="594360" y="3893820"/>
            <a:ext cx="3545840" cy="979170"/>
          </a:xfrm>
          <a:prstGeom prst="rect">
            <a:avLst/>
          </a:prstGeom>
          <a:solidFill>
            <a:srgbClr val="EDF0F5"/>
          </a:solidFill>
          <a:ln w="12700">
            <a:solidFill>
              <a:srgbClr val="EDF0F5">
                <a:alpha val="0"/>
              </a:srgbClr>
            </a:solidFill>
          </a:ln>
          <a:effectLst>
            <a:outerShdw blurRad="101600" dist="25400" dir="5400000" algn="ctr" rotWithShape="0">
              <a:srgbClr val="2B2F36">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576" name="termLab0">
            <a:extLst>
              <a:ext uri="{FF2B5EF4-FFF2-40B4-BE49-F238E27FC236}">
                <a16:creationId xmlns:a16="http://schemas.microsoft.com/office/drawing/2014/main" id="{EBB2EC30-C57B-B3BD-9F98-7C24AFA3F7AE}"/>
              </a:ext>
            </a:extLst>
          </p:cNvPr>
          <p:cNvSpPr/>
          <p:nvPr/>
        </p:nvSpPr>
        <p:spPr>
          <a:xfrm>
            <a:off x="640080" y="3954399"/>
            <a:ext cx="3454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14213D"/>
                </a:solidFill>
                <a:effectLst/>
                <a:latin typeface="Calibri" panose="020F0502020204030204" pitchFamily="34" charset="0"/>
              </a:rPr>
              <a:t>BORROWER</a:t>
            </a:r>
          </a:p>
          <a:p>
            <a:pPr algn="l">
              <a:buNone/>
            </a:pPr>
            <a:r>
              <a:rPr lang="en-US" sz="100">
                <a:effectLst/>
              </a:rPr>
              <a:t> </a:t>
            </a:r>
            <a:endParaRPr lang="en-US"/>
          </a:p>
        </p:txBody>
      </p:sp>
      <p:sp>
        <p:nvSpPr>
          <p:cNvPr id="16583" name="termVal0">
            <a:extLst>
              <a:ext uri="{FF2B5EF4-FFF2-40B4-BE49-F238E27FC236}">
                <a16:creationId xmlns:a16="http://schemas.microsoft.com/office/drawing/2014/main" id="{81A47F2F-BAB7-1679-5D4F-4383A3EA7A64}"/>
              </a:ext>
            </a:extLst>
          </p:cNvPr>
          <p:cNvSpPr/>
          <p:nvPr/>
        </p:nvSpPr>
        <p:spPr>
          <a:xfrm>
            <a:off x="640080" y="4301871"/>
            <a:ext cx="3454400" cy="5105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B2F36"/>
                </a:solidFill>
                <a:effectLst/>
                <a:latin typeface="Calibri" panose="020F0502020204030204" pitchFamily="34" charset="0"/>
              </a:rPr>
              <a:t>Fabrikam Europe GmbH, guaranteed by the Tokyo parent</a:t>
            </a:r>
          </a:p>
          <a:p>
            <a:pPr algn="l">
              <a:buNone/>
            </a:pPr>
            <a:r>
              <a:rPr lang="en-US" sz="100">
                <a:effectLst/>
              </a:rPr>
              <a:t> </a:t>
            </a:r>
            <a:endParaRPr lang="en-US"/>
          </a:p>
        </p:txBody>
      </p:sp>
      <p:sp>
        <p:nvSpPr>
          <p:cNvPr id="16591" name="termCard1">
            <a:extLst>
              <a:ext uri="{FF2B5EF4-FFF2-40B4-BE49-F238E27FC236}">
                <a16:creationId xmlns:a16="http://schemas.microsoft.com/office/drawing/2014/main" id="{9440810C-E49C-AEC0-805D-1A0D05F89FB5}"/>
              </a:ext>
            </a:extLst>
          </p:cNvPr>
          <p:cNvSpPr/>
          <p:nvPr/>
        </p:nvSpPr>
        <p:spPr>
          <a:xfrm>
            <a:off x="4323080" y="3893820"/>
            <a:ext cx="3545840" cy="979170"/>
          </a:xfrm>
          <a:prstGeom prst="rect">
            <a:avLst/>
          </a:prstGeom>
          <a:solidFill>
            <a:srgbClr val="EDF0F5"/>
          </a:solidFill>
          <a:ln w="12700">
            <a:solidFill>
              <a:srgbClr val="EDF0F5">
                <a:alpha val="0"/>
              </a:srgbClr>
            </a:solidFill>
          </a:ln>
          <a:effectLst>
            <a:outerShdw blurRad="101600" dist="25400" dir="5400000" algn="ctr" rotWithShape="0">
              <a:srgbClr val="2B2F36">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600" name="termLab1">
            <a:extLst>
              <a:ext uri="{FF2B5EF4-FFF2-40B4-BE49-F238E27FC236}">
                <a16:creationId xmlns:a16="http://schemas.microsoft.com/office/drawing/2014/main" id="{7BE9E8A6-FF65-2E90-B751-4ED16C94C66E}"/>
              </a:ext>
            </a:extLst>
          </p:cNvPr>
          <p:cNvSpPr/>
          <p:nvPr/>
        </p:nvSpPr>
        <p:spPr>
          <a:xfrm>
            <a:off x="4368800" y="3954399"/>
            <a:ext cx="3454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14213D"/>
                </a:solidFill>
                <a:effectLst/>
                <a:latin typeface="Calibri" panose="020F0502020204030204" pitchFamily="34" charset="0"/>
              </a:rPr>
              <a:t>COVENANTS</a:t>
            </a:r>
          </a:p>
          <a:p>
            <a:pPr algn="l">
              <a:buNone/>
            </a:pPr>
            <a:r>
              <a:rPr lang="en-US" sz="100">
                <a:effectLst/>
              </a:rPr>
              <a:t> </a:t>
            </a:r>
            <a:endParaRPr lang="en-US"/>
          </a:p>
        </p:txBody>
      </p:sp>
      <p:sp>
        <p:nvSpPr>
          <p:cNvPr id="16610" name="termVal1">
            <a:extLst>
              <a:ext uri="{FF2B5EF4-FFF2-40B4-BE49-F238E27FC236}">
                <a16:creationId xmlns:a16="http://schemas.microsoft.com/office/drawing/2014/main" id="{7ACEB9C8-E602-10CA-816D-FDF31F9AEA1C}"/>
              </a:ext>
            </a:extLst>
          </p:cNvPr>
          <p:cNvSpPr/>
          <p:nvPr/>
        </p:nvSpPr>
        <p:spPr>
          <a:xfrm>
            <a:off x="4368800" y="4301871"/>
            <a:ext cx="3454400" cy="5105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B2F36"/>
                </a:solidFill>
                <a:effectLst/>
                <a:latin typeface="Calibri" panose="020F0502020204030204" pitchFamily="34" charset="0"/>
              </a:rPr>
              <a:t>Net leverage ≤ 3.25x (3.00x from Year 3); interest cover ≥ 4.0x</a:t>
            </a:r>
          </a:p>
          <a:p>
            <a:pPr algn="l">
              <a:buNone/>
            </a:pPr>
            <a:r>
              <a:rPr lang="en-US" sz="100">
                <a:effectLst/>
              </a:rPr>
              <a:t> </a:t>
            </a:r>
            <a:endParaRPr lang="en-US"/>
          </a:p>
        </p:txBody>
      </p:sp>
      <p:sp>
        <p:nvSpPr>
          <p:cNvPr id="16621" name="termCard2">
            <a:extLst>
              <a:ext uri="{FF2B5EF4-FFF2-40B4-BE49-F238E27FC236}">
                <a16:creationId xmlns:a16="http://schemas.microsoft.com/office/drawing/2014/main" id="{FC67299F-CE52-4D6D-6DB4-CBAF379E6196}"/>
              </a:ext>
            </a:extLst>
          </p:cNvPr>
          <p:cNvSpPr/>
          <p:nvPr/>
        </p:nvSpPr>
        <p:spPr>
          <a:xfrm>
            <a:off x="8051800" y="3893820"/>
            <a:ext cx="3545840" cy="979170"/>
          </a:xfrm>
          <a:prstGeom prst="rect">
            <a:avLst/>
          </a:prstGeom>
          <a:solidFill>
            <a:srgbClr val="EDF0F5"/>
          </a:solidFill>
          <a:ln w="12700">
            <a:solidFill>
              <a:srgbClr val="EDF0F5">
                <a:alpha val="0"/>
              </a:srgbClr>
            </a:solidFill>
          </a:ln>
          <a:effectLst>
            <a:outerShdw blurRad="101600" dist="25400" dir="5400000" algn="ctr" rotWithShape="0">
              <a:srgbClr val="2B2F36">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633" name="termLab2">
            <a:extLst>
              <a:ext uri="{FF2B5EF4-FFF2-40B4-BE49-F238E27FC236}">
                <a16:creationId xmlns:a16="http://schemas.microsoft.com/office/drawing/2014/main" id="{6AB8272C-C916-2A52-29AB-C49EF779CCAE}"/>
              </a:ext>
            </a:extLst>
          </p:cNvPr>
          <p:cNvSpPr/>
          <p:nvPr/>
        </p:nvSpPr>
        <p:spPr>
          <a:xfrm>
            <a:off x="8097520" y="3954399"/>
            <a:ext cx="3454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14213D"/>
                </a:solidFill>
                <a:effectLst/>
                <a:latin typeface="Calibri" panose="020F0502020204030204" pitchFamily="34" charset="0"/>
              </a:rPr>
              <a:t>FEES</a:t>
            </a:r>
          </a:p>
          <a:p>
            <a:pPr algn="l">
              <a:buNone/>
            </a:pPr>
            <a:r>
              <a:rPr lang="en-US" sz="100">
                <a:effectLst/>
              </a:rPr>
              <a:t> </a:t>
            </a:r>
            <a:endParaRPr lang="en-US"/>
          </a:p>
        </p:txBody>
      </p:sp>
      <p:sp>
        <p:nvSpPr>
          <p:cNvPr id="16646" name="termVal2">
            <a:extLst>
              <a:ext uri="{FF2B5EF4-FFF2-40B4-BE49-F238E27FC236}">
                <a16:creationId xmlns:a16="http://schemas.microsoft.com/office/drawing/2014/main" id="{C18CAE53-CDBB-16C0-AA5A-73CF740D15CB}"/>
              </a:ext>
            </a:extLst>
          </p:cNvPr>
          <p:cNvSpPr/>
          <p:nvPr/>
        </p:nvSpPr>
        <p:spPr>
          <a:xfrm>
            <a:off x="8097520" y="4301871"/>
            <a:ext cx="3454400" cy="5105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B2F36"/>
                </a:solidFill>
                <a:effectLst/>
                <a:latin typeface="Calibri" panose="020F0502020204030204" pitchFamily="34" charset="0"/>
              </a:rPr>
              <a:t>Commitment fee 35% of margin; upfront fee 60 bps on final hold</a:t>
            </a:r>
          </a:p>
          <a:p>
            <a:pPr algn="l">
              <a:buNone/>
            </a:pPr>
            <a:r>
              <a:rPr lang="en-US" sz="100">
                <a:effectLst/>
              </a:rPr>
              <a:t> </a:t>
            </a:r>
            <a:endParaRPr lang="en-US"/>
          </a:p>
        </p:txBody>
      </p:sp>
      <p:sp>
        <p:nvSpPr>
          <p:cNvPr id="16660" name="termCard3">
            <a:extLst>
              <a:ext uri="{FF2B5EF4-FFF2-40B4-BE49-F238E27FC236}">
                <a16:creationId xmlns:a16="http://schemas.microsoft.com/office/drawing/2014/main" id="{625895A2-AA9A-2A6D-50A0-186935F1AE1A}"/>
              </a:ext>
            </a:extLst>
          </p:cNvPr>
          <p:cNvSpPr/>
          <p:nvPr/>
        </p:nvSpPr>
        <p:spPr>
          <a:xfrm>
            <a:off x="594360" y="5055870"/>
            <a:ext cx="3545840" cy="979170"/>
          </a:xfrm>
          <a:prstGeom prst="rect">
            <a:avLst/>
          </a:prstGeom>
          <a:solidFill>
            <a:srgbClr val="EDF0F5"/>
          </a:solidFill>
          <a:ln w="12700">
            <a:solidFill>
              <a:srgbClr val="EDF0F5">
                <a:alpha val="0"/>
              </a:srgbClr>
            </a:solidFill>
          </a:ln>
          <a:effectLst>
            <a:outerShdw blurRad="101600" dist="25400" dir="5400000" algn="ctr" rotWithShape="0">
              <a:srgbClr val="2B2F36">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675" name="termLab3">
            <a:extLst>
              <a:ext uri="{FF2B5EF4-FFF2-40B4-BE49-F238E27FC236}">
                <a16:creationId xmlns:a16="http://schemas.microsoft.com/office/drawing/2014/main" id="{87C894E4-A39E-C4F2-407B-50B3638C695E}"/>
              </a:ext>
            </a:extLst>
          </p:cNvPr>
          <p:cNvSpPr/>
          <p:nvPr/>
        </p:nvSpPr>
        <p:spPr>
          <a:xfrm>
            <a:off x="640080" y="5116449"/>
            <a:ext cx="3454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14213D"/>
                </a:solidFill>
                <a:effectLst/>
                <a:latin typeface="Calibri" panose="020F0502020204030204" pitchFamily="34" charset="0"/>
              </a:rPr>
              <a:t>SUSTAINABILITY OPTION</a:t>
            </a:r>
          </a:p>
          <a:p>
            <a:pPr algn="l">
              <a:buNone/>
            </a:pPr>
            <a:r>
              <a:rPr lang="en-US" sz="100">
                <a:effectLst/>
              </a:rPr>
              <a:t> </a:t>
            </a:r>
            <a:endParaRPr lang="en-US"/>
          </a:p>
        </p:txBody>
      </p:sp>
      <p:sp>
        <p:nvSpPr>
          <p:cNvPr id="16691" name="termVal3">
            <a:extLst>
              <a:ext uri="{FF2B5EF4-FFF2-40B4-BE49-F238E27FC236}">
                <a16:creationId xmlns:a16="http://schemas.microsoft.com/office/drawing/2014/main" id="{7155D1CC-DA46-9A62-C0F4-9CB7532630DC}"/>
              </a:ext>
            </a:extLst>
          </p:cNvPr>
          <p:cNvSpPr/>
          <p:nvPr/>
        </p:nvSpPr>
        <p:spPr>
          <a:xfrm>
            <a:off x="640080" y="5463921"/>
            <a:ext cx="3454400" cy="5105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B2F36"/>
                </a:solidFill>
                <a:effectLst/>
                <a:latin typeface="Calibri" panose="020F0502020204030204" pitchFamily="34" charset="0"/>
              </a:rPr>
              <a:t>±5 bps on two KPIs, subject to ESG due diligence</a:t>
            </a:r>
          </a:p>
          <a:p>
            <a:pPr algn="l">
              <a:buNone/>
            </a:pPr>
            <a:r>
              <a:rPr lang="en-US" sz="100">
                <a:effectLst/>
              </a:rPr>
              <a:t> </a:t>
            </a:r>
            <a:endParaRPr lang="en-US"/>
          </a:p>
        </p:txBody>
      </p:sp>
      <p:sp>
        <p:nvSpPr>
          <p:cNvPr id="16708" name="termCard4">
            <a:extLst>
              <a:ext uri="{FF2B5EF4-FFF2-40B4-BE49-F238E27FC236}">
                <a16:creationId xmlns:a16="http://schemas.microsoft.com/office/drawing/2014/main" id="{8F82A8C9-6FA0-109C-733B-0A67BA20B55B}"/>
              </a:ext>
            </a:extLst>
          </p:cNvPr>
          <p:cNvSpPr/>
          <p:nvPr/>
        </p:nvSpPr>
        <p:spPr>
          <a:xfrm>
            <a:off x="4323080" y="5055870"/>
            <a:ext cx="3545840" cy="979170"/>
          </a:xfrm>
          <a:prstGeom prst="rect">
            <a:avLst/>
          </a:prstGeom>
          <a:solidFill>
            <a:srgbClr val="EDF0F5"/>
          </a:solidFill>
          <a:ln w="12700">
            <a:solidFill>
              <a:srgbClr val="EDF0F5">
                <a:alpha val="0"/>
              </a:srgbClr>
            </a:solidFill>
          </a:ln>
          <a:effectLst>
            <a:outerShdw blurRad="101600" dist="25400" dir="5400000" algn="ctr" rotWithShape="0">
              <a:srgbClr val="2B2F36">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726" name="termLab4">
            <a:extLst>
              <a:ext uri="{FF2B5EF4-FFF2-40B4-BE49-F238E27FC236}">
                <a16:creationId xmlns:a16="http://schemas.microsoft.com/office/drawing/2014/main" id="{E3BE2E61-D1A0-A00E-E79F-DF7D67FFF339}"/>
              </a:ext>
            </a:extLst>
          </p:cNvPr>
          <p:cNvSpPr/>
          <p:nvPr/>
        </p:nvSpPr>
        <p:spPr>
          <a:xfrm>
            <a:off x="4368800" y="5116449"/>
            <a:ext cx="3454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14213D"/>
                </a:solidFill>
                <a:effectLst/>
                <a:latin typeface="Calibri" panose="020F0502020204030204" pitchFamily="34" charset="0"/>
              </a:rPr>
              <a:t>MUFG ROLE</a:t>
            </a:r>
          </a:p>
          <a:p>
            <a:pPr algn="l">
              <a:buNone/>
            </a:pPr>
            <a:r>
              <a:rPr lang="en-US" sz="100">
                <a:effectLst/>
              </a:rPr>
              <a:t> </a:t>
            </a:r>
            <a:endParaRPr lang="en-US"/>
          </a:p>
        </p:txBody>
      </p:sp>
      <p:sp>
        <p:nvSpPr>
          <p:cNvPr id="16745" name="termVal4">
            <a:extLst>
              <a:ext uri="{FF2B5EF4-FFF2-40B4-BE49-F238E27FC236}">
                <a16:creationId xmlns:a16="http://schemas.microsoft.com/office/drawing/2014/main" id="{9DF39F4D-86B4-550B-7D87-DBFD676C782B}"/>
              </a:ext>
            </a:extLst>
          </p:cNvPr>
          <p:cNvSpPr/>
          <p:nvPr/>
        </p:nvSpPr>
        <p:spPr>
          <a:xfrm>
            <a:off x="4368800" y="5463921"/>
            <a:ext cx="3454400" cy="5105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B2F36"/>
                </a:solidFill>
                <a:effectLst/>
                <a:latin typeface="Calibri" panose="020F0502020204030204" pitchFamily="34" charset="0"/>
              </a:rPr>
              <a:t>MLA and Bookrunner; hedging coordinator; cash management</a:t>
            </a:r>
          </a:p>
          <a:p>
            <a:pPr algn="l">
              <a:buNone/>
            </a:pPr>
            <a:r>
              <a:rPr lang="en-US" sz="100">
                <a:effectLst/>
              </a:rPr>
              <a:t> </a:t>
            </a:r>
            <a:endParaRPr lang="en-US"/>
          </a:p>
        </p:txBody>
      </p:sp>
      <p:sp>
        <p:nvSpPr>
          <p:cNvPr id="16765" name="termCard5">
            <a:extLst>
              <a:ext uri="{FF2B5EF4-FFF2-40B4-BE49-F238E27FC236}">
                <a16:creationId xmlns:a16="http://schemas.microsoft.com/office/drawing/2014/main" id="{69FB8E00-97AC-9A7A-0B28-FC0914AF59DA}"/>
              </a:ext>
            </a:extLst>
          </p:cNvPr>
          <p:cNvSpPr/>
          <p:nvPr/>
        </p:nvSpPr>
        <p:spPr>
          <a:xfrm>
            <a:off x="8051800" y="5055870"/>
            <a:ext cx="3545840" cy="979170"/>
          </a:xfrm>
          <a:prstGeom prst="rect">
            <a:avLst/>
          </a:prstGeom>
          <a:solidFill>
            <a:srgbClr val="EDF0F5"/>
          </a:solidFill>
          <a:ln w="12700">
            <a:solidFill>
              <a:srgbClr val="EDF0F5">
                <a:alpha val="0"/>
              </a:srgbClr>
            </a:solidFill>
          </a:ln>
          <a:effectLst>
            <a:outerShdw blurRad="101600" dist="25400" dir="5400000" algn="ctr" rotWithShape="0">
              <a:srgbClr val="2B2F36">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786" name="termLab5">
            <a:extLst>
              <a:ext uri="{FF2B5EF4-FFF2-40B4-BE49-F238E27FC236}">
                <a16:creationId xmlns:a16="http://schemas.microsoft.com/office/drawing/2014/main" id="{2F59F1F3-875F-CD9D-07C8-C5DAF80060F3}"/>
              </a:ext>
            </a:extLst>
          </p:cNvPr>
          <p:cNvSpPr/>
          <p:nvPr/>
        </p:nvSpPr>
        <p:spPr>
          <a:xfrm>
            <a:off x="8097520" y="5116449"/>
            <a:ext cx="3454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14213D"/>
                </a:solidFill>
                <a:effectLst/>
                <a:latin typeface="Calibri" panose="020F0502020204030204" pitchFamily="34" charset="0"/>
              </a:rPr>
              <a:t>INTERNAL RATING</a:t>
            </a:r>
          </a:p>
          <a:p>
            <a:pPr algn="l">
              <a:buNone/>
            </a:pPr>
            <a:r>
              <a:rPr lang="en-US" sz="100">
                <a:effectLst/>
              </a:rPr>
              <a:t> </a:t>
            </a:r>
            <a:endParaRPr lang="en-US"/>
          </a:p>
        </p:txBody>
      </p:sp>
      <p:sp>
        <p:nvSpPr>
          <p:cNvPr id="16808" name="termVal5">
            <a:extLst>
              <a:ext uri="{FF2B5EF4-FFF2-40B4-BE49-F238E27FC236}">
                <a16:creationId xmlns:a16="http://schemas.microsoft.com/office/drawing/2014/main" id="{4DBF176A-0E94-5DB9-445F-A4BDB24F93F6}"/>
              </a:ext>
            </a:extLst>
          </p:cNvPr>
          <p:cNvSpPr/>
          <p:nvPr/>
        </p:nvSpPr>
        <p:spPr>
          <a:xfrm>
            <a:off x="8097520" y="5463921"/>
            <a:ext cx="3454400" cy="5105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B2F36"/>
                </a:solidFill>
                <a:effectLst/>
                <a:latin typeface="Calibri" panose="020F0502020204030204" pitchFamily="34" charset="0"/>
              </a:rPr>
              <a:t>BBB stand-alone; BBB- pro-forma</a:t>
            </a:r>
          </a:p>
          <a:p>
            <a:pPr algn="l">
              <a:buNone/>
            </a:pPr>
            <a:r>
              <a:rPr lang="en-US" sz="100">
                <a:effectLst/>
              </a:rPr>
              <a:t> </a:t>
            </a:r>
            <a:endParaRPr lang="en-US"/>
          </a:p>
        </p:txBody>
      </p:sp>
    </p:spTree>
    <p:extLst>
      <p:ext uri="{BB962C8B-B14F-4D97-AF65-F5344CB8AC3E}">
        <p14:creationId xmlns:p14="http://schemas.microsoft.com/office/powerpoint/2010/main" val="7754381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03" name="label5">
            <a:extLst>
              <a:ext uri="{FF2B5EF4-FFF2-40B4-BE49-F238E27FC236}">
                <a16:creationId xmlns:a16="http://schemas.microsoft.com/office/drawing/2014/main" id="{EB195129-6307-2635-A8E9-48709CF34902}"/>
              </a:ext>
            </a:extLst>
          </p:cNvPr>
          <p:cNvSpPr/>
          <p:nvPr/>
        </p:nvSpPr>
        <p:spPr>
          <a:xfrm>
            <a:off x="502920" y="457200"/>
            <a:ext cx="5486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F6672"/>
                </a:solidFill>
                <a:effectLst/>
                <a:latin typeface="Calibri" panose="020F0502020204030204" pitchFamily="34" charset="0"/>
              </a:rPr>
              <a:t>Example output – fictional training scenario</a:t>
            </a:r>
          </a:p>
          <a:p>
            <a:pPr algn="l">
              <a:buNone/>
            </a:pPr>
            <a:r>
              <a:rPr lang="en-US" sz="100">
                <a:effectLst/>
              </a:rPr>
              <a:t> </a:t>
            </a:r>
            <a:endParaRPr lang="en-US"/>
          </a:p>
        </p:txBody>
      </p:sp>
      <p:sp>
        <p:nvSpPr>
          <p:cNvPr id="4127" name="title5">
            <a:extLst>
              <a:ext uri="{FF2B5EF4-FFF2-40B4-BE49-F238E27FC236}">
                <a16:creationId xmlns:a16="http://schemas.microsoft.com/office/drawing/2014/main" id="{7AF18423-CD53-918E-BC4A-7FADEF3AB836}"/>
              </a:ext>
            </a:extLst>
          </p:cNvPr>
          <p:cNvSpPr/>
          <p:nvPr/>
        </p:nvSpPr>
        <p:spPr>
          <a:xfrm>
            <a:off x="502920" y="777240"/>
            <a:ext cx="1118616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a:solidFill>
                  <a:srgbClr val="14213D"/>
                </a:solidFill>
                <a:effectLst/>
                <a:latin typeface="Georgia" panose="02040502050405020303" pitchFamily="18" charset="0"/>
              </a:rPr>
              <a:t>Leverage falls from 2.7x to 1.37x</a:t>
            </a:r>
          </a:p>
          <a:p>
            <a:pPr algn="l">
              <a:buNone/>
            </a:pPr>
            <a:r>
              <a:rPr lang="en-US" sz="100">
                <a:effectLst/>
              </a:rPr>
              <a:t> </a:t>
            </a:r>
            <a:endParaRPr lang="en-US"/>
          </a:p>
        </p:txBody>
      </p:sp>
      <p:sp>
        <p:nvSpPr>
          <p:cNvPr id="4152" name="chartCaption">
            <a:extLst>
              <a:ext uri="{FF2B5EF4-FFF2-40B4-BE49-F238E27FC236}">
                <a16:creationId xmlns:a16="http://schemas.microsoft.com/office/drawing/2014/main" id="{C16830EF-182E-94A1-382B-DFAFF5B8F9B8}"/>
              </a:ext>
            </a:extLst>
          </p:cNvPr>
          <p:cNvSpPr/>
          <p:nvPr/>
        </p:nvSpPr>
        <p:spPr>
          <a:xfrm>
            <a:off x="502920" y="5166360"/>
            <a:ext cx="6766560" cy="7086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B2F36"/>
                </a:solidFill>
                <a:effectLst/>
                <a:latin typeface="Calibri" panose="020F0502020204030204" pitchFamily="34" charset="0"/>
              </a:rPr>
              <a:t>Net leverage 2.69x at closing, 2.26x in Year 1, 1.80x in Year 2 and 1.37x in Year 3, against a covenant of 3.25x that steps down to 3.00x from Year 3.</a:t>
            </a:r>
          </a:p>
          <a:p>
            <a:pPr algn="l">
              <a:buNone/>
            </a:pPr>
            <a:r>
              <a:rPr lang="en-US" sz="100">
                <a:effectLst/>
              </a:rPr>
              <a:t> </a:t>
            </a:r>
            <a:endParaRPr lang="en-US"/>
          </a:p>
        </p:txBody>
      </p:sp>
      <p:sp>
        <p:nvSpPr>
          <p:cNvPr id="4178" name="kpi0">
            <a:extLst>
              <a:ext uri="{FF2B5EF4-FFF2-40B4-BE49-F238E27FC236}">
                <a16:creationId xmlns:a16="http://schemas.microsoft.com/office/drawing/2014/main" id="{0BE455E2-119A-F981-5671-CFBB844C40B8}"/>
              </a:ext>
            </a:extLst>
          </p:cNvPr>
          <p:cNvSpPr/>
          <p:nvPr/>
        </p:nvSpPr>
        <p:spPr>
          <a:xfrm>
            <a:off x="7543800" y="1600200"/>
            <a:ext cx="1935480" cy="1005840"/>
          </a:xfrm>
          <a:prstGeom prst="rect">
            <a:avLst/>
          </a:prstGeom>
          <a:solidFill>
            <a:srgbClr val="EDF0F5"/>
          </a:solidFill>
          <a:ln w="12700">
            <a:solidFill>
              <a:srgbClr val="EDF0F5">
                <a:alpha val="0"/>
              </a:srgbClr>
            </a:solidFill>
          </a:ln>
          <a:effectLst>
            <a:outerShdw blurRad="101600" dist="25400" dir="5400000" algn="ctr" rotWithShape="0">
              <a:srgbClr val="2B2F36">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05" name="kpiText0">
            <a:extLst>
              <a:ext uri="{FF2B5EF4-FFF2-40B4-BE49-F238E27FC236}">
                <a16:creationId xmlns:a16="http://schemas.microsoft.com/office/drawing/2014/main" id="{F812CEB2-E313-2ADB-04D0-9D23BACB5246}"/>
              </a:ext>
            </a:extLst>
          </p:cNvPr>
          <p:cNvSpPr/>
          <p:nvPr/>
        </p:nvSpPr>
        <p:spPr>
          <a:xfrm>
            <a:off x="7571232" y="1664970"/>
            <a:ext cx="1880616" cy="8763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600" b="1">
                <a:solidFill>
                  <a:srgbClr val="14213D"/>
                </a:solidFill>
                <a:effectLst/>
                <a:latin typeface="Calibri" panose="020F0502020204030204" pitchFamily="34" charset="0"/>
              </a:rPr>
              <a:t>17.2%</a:t>
            </a:r>
          </a:p>
          <a:p>
            <a:pPr algn="l">
              <a:buNone/>
            </a:pPr>
            <a:r>
              <a:rPr lang="en-US" sz="1200">
                <a:solidFill>
                  <a:srgbClr val="2B2F36"/>
                </a:solidFill>
                <a:effectLst/>
                <a:latin typeface="Calibri" panose="020F0502020204030204" pitchFamily="34" charset="0"/>
              </a:rPr>
              <a:t>EBITDA headroom at closing</a:t>
            </a:r>
            <a:endParaRPr lang="en-US"/>
          </a:p>
        </p:txBody>
      </p:sp>
      <p:sp>
        <p:nvSpPr>
          <p:cNvPr id="4233" name="kpi1">
            <a:extLst>
              <a:ext uri="{FF2B5EF4-FFF2-40B4-BE49-F238E27FC236}">
                <a16:creationId xmlns:a16="http://schemas.microsoft.com/office/drawing/2014/main" id="{2A5BB69C-DC68-3BA6-0B84-EEA733CBDC6E}"/>
              </a:ext>
            </a:extLst>
          </p:cNvPr>
          <p:cNvSpPr/>
          <p:nvPr/>
        </p:nvSpPr>
        <p:spPr>
          <a:xfrm>
            <a:off x="9662160" y="1600200"/>
            <a:ext cx="1935480" cy="1005840"/>
          </a:xfrm>
          <a:prstGeom prst="rect">
            <a:avLst/>
          </a:prstGeom>
          <a:solidFill>
            <a:srgbClr val="EDF0F5"/>
          </a:solidFill>
          <a:ln w="12700">
            <a:solidFill>
              <a:srgbClr val="EDF0F5">
                <a:alpha val="0"/>
              </a:srgbClr>
            </a:solidFill>
          </a:ln>
          <a:effectLst>
            <a:outerShdw blurRad="101600" dist="25400" dir="5400000" algn="ctr" rotWithShape="0">
              <a:srgbClr val="2B2F36">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62" name="kpiText1">
            <a:extLst>
              <a:ext uri="{FF2B5EF4-FFF2-40B4-BE49-F238E27FC236}">
                <a16:creationId xmlns:a16="http://schemas.microsoft.com/office/drawing/2014/main" id="{4D619E11-498D-28F1-E0F6-73D3CB943975}"/>
              </a:ext>
            </a:extLst>
          </p:cNvPr>
          <p:cNvSpPr/>
          <p:nvPr/>
        </p:nvSpPr>
        <p:spPr>
          <a:xfrm>
            <a:off x="9689592" y="1664970"/>
            <a:ext cx="1880616" cy="8763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600" b="1">
                <a:solidFill>
                  <a:srgbClr val="14213D"/>
                </a:solidFill>
                <a:effectLst/>
                <a:latin typeface="Calibri" panose="020F0502020204030204" pitchFamily="34" charset="0"/>
              </a:rPr>
              <a:t>≈13.1x</a:t>
            </a:r>
          </a:p>
          <a:p>
            <a:pPr algn="l">
              <a:buNone/>
            </a:pPr>
            <a:r>
              <a:rPr lang="en-US" sz="1200">
                <a:solidFill>
                  <a:srgbClr val="2B2F36"/>
                </a:solidFill>
                <a:effectLst/>
                <a:latin typeface="Calibri" panose="020F0502020204030204" pitchFamily="34" charset="0"/>
              </a:rPr>
              <a:t>interest cover vs ≥ 4.0x covenant</a:t>
            </a:r>
            <a:endParaRPr lang="en-US"/>
          </a:p>
        </p:txBody>
      </p:sp>
      <p:sp>
        <p:nvSpPr>
          <p:cNvPr id="4292" name="sensEyebrow">
            <a:extLst>
              <a:ext uri="{FF2B5EF4-FFF2-40B4-BE49-F238E27FC236}">
                <a16:creationId xmlns:a16="http://schemas.microsoft.com/office/drawing/2014/main" id="{1AB06F05-86F4-4821-43B7-9CC2912852BC}"/>
              </a:ext>
            </a:extLst>
          </p:cNvPr>
          <p:cNvSpPr/>
          <p:nvPr/>
        </p:nvSpPr>
        <p:spPr>
          <a:xfrm>
            <a:off x="7452360" y="2788920"/>
            <a:ext cx="423672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4213D"/>
                </a:solidFill>
                <a:effectLst/>
                <a:latin typeface="Calibri" panose="020F0502020204030204" pitchFamily="34" charset="0"/>
              </a:rPr>
              <a:t>SENSITIVITY TO AN EBITDA FALL</a:t>
            </a:r>
          </a:p>
          <a:p>
            <a:pPr algn="l">
              <a:buNone/>
            </a:pPr>
            <a:r>
              <a:rPr lang="en-US" sz="100">
                <a:effectLst/>
              </a:rPr>
              <a:t> </a:t>
            </a:r>
            <a:endParaRPr lang="en-US"/>
          </a:p>
        </p:txBody>
      </p:sp>
      <p:sp>
        <p:nvSpPr>
          <p:cNvPr id="4357" name="source5">
            <a:extLst>
              <a:ext uri="{FF2B5EF4-FFF2-40B4-BE49-F238E27FC236}">
                <a16:creationId xmlns:a16="http://schemas.microsoft.com/office/drawing/2014/main" id="{A0DDC13B-9AB2-37E1-EFCE-442AB6C9A9D1}"/>
              </a:ext>
            </a:extLst>
          </p:cNvPr>
          <p:cNvSpPr/>
          <p:nvPr/>
        </p:nvSpPr>
        <p:spPr>
          <a:xfrm>
            <a:off x="502920" y="6080760"/>
            <a:ext cx="1118616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F6672"/>
                </a:solidFill>
                <a:effectLst/>
                <a:latin typeface="Calibri" panose="020F0502020204030204" pitchFamily="34" charset="0"/>
              </a:rPr>
              <a:t>Source: Fabrikam FY2025 audited accounts; pro-forma at closing on FY2025 basis; Corporate Banking analysis</a:t>
            </a:r>
          </a:p>
          <a:p>
            <a:pPr algn="l">
              <a:buNone/>
            </a:pPr>
            <a:r>
              <a:rPr lang="en-US" sz="100">
                <a:effectLst/>
              </a:rPr>
              <a:t> </a:t>
            </a:r>
            <a:endParaRPr lang="en-US"/>
          </a:p>
        </p:txBody>
      </p:sp>
      <p:graphicFrame>
        <p:nvGraphicFramePr>
          <p:cNvPr id="2" name="Chart 1">
            <a:extLst>
              <a:ext uri="{FF2B5EF4-FFF2-40B4-BE49-F238E27FC236}">
                <a16:creationId xmlns:a16="http://schemas.microsoft.com/office/drawing/2014/main" id="{FF320A0C-0ADD-F925-B87A-09A31F23A2BC}"/>
              </a:ext>
            </a:extLst>
          </p:cNvPr>
          <p:cNvGraphicFramePr/>
          <p:nvPr/>
        </p:nvGraphicFramePr>
        <p:xfrm>
          <a:off x="594360" y="1600200"/>
          <a:ext cx="658368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16831" name="covLab">
            <a:extLst>
              <a:ext uri="{FF2B5EF4-FFF2-40B4-BE49-F238E27FC236}">
                <a16:creationId xmlns:a16="http://schemas.microsoft.com/office/drawing/2014/main" id="{F49FB6A1-190D-4E79-C087-451371F521EB}"/>
              </a:ext>
            </a:extLst>
          </p:cNvPr>
          <p:cNvSpPr/>
          <p:nvPr/>
        </p:nvSpPr>
        <p:spPr>
          <a:xfrm>
            <a:off x="9798775" y="3154680"/>
            <a:ext cx="1649730" cy="37490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b="1">
                <a:solidFill>
                  <a:srgbClr val="2B2F36"/>
                </a:solidFill>
                <a:effectLst/>
                <a:latin typeface="Calibri" panose="020F0502020204030204" pitchFamily="34" charset="0"/>
              </a:rPr>
              <a:t>3.25x covenant</a:t>
            </a:r>
          </a:p>
          <a:p>
            <a:pPr algn="r">
              <a:buNone/>
            </a:pPr>
            <a:r>
              <a:rPr lang="en-US" sz="100">
                <a:effectLst/>
              </a:rPr>
              <a:t> </a:t>
            </a:r>
            <a:endParaRPr lang="en-US"/>
          </a:p>
        </p:txBody>
      </p:sp>
      <p:sp>
        <p:nvSpPr>
          <p:cNvPr id="16855" name="sensLab0">
            <a:extLst>
              <a:ext uri="{FF2B5EF4-FFF2-40B4-BE49-F238E27FC236}">
                <a16:creationId xmlns:a16="http://schemas.microsoft.com/office/drawing/2014/main" id="{2610282A-8FF6-4995-20B8-3EAC23EB8FC1}"/>
              </a:ext>
            </a:extLst>
          </p:cNvPr>
          <p:cNvSpPr/>
          <p:nvPr/>
        </p:nvSpPr>
        <p:spPr>
          <a:xfrm>
            <a:off x="7452360" y="3506724"/>
            <a:ext cx="685800" cy="38404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B2F36"/>
                </a:solidFill>
                <a:effectLst/>
                <a:latin typeface="Calibri" panose="020F0502020204030204" pitchFamily="34" charset="0"/>
              </a:rPr>
              <a:t>0%</a:t>
            </a:r>
          </a:p>
          <a:p>
            <a:pPr algn="l">
              <a:buNone/>
            </a:pPr>
            <a:r>
              <a:rPr lang="en-US" sz="100">
                <a:effectLst/>
              </a:rPr>
              <a:t> </a:t>
            </a:r>
            <a:endParaRPr lang="en-US"/>
          </a:p>
        </p:txBody>
      </p:sp>
      <p:sp>
        <p:nvSpPr>
          <p:cNvPr id="16933" name="sensLab1">
            <a:extLst>
              <a:ext uri="{FF2B5EF4-FFF2-40B4-BE49-F238E27FC236}">
                <a16:creationId xmlns:a16="http://schemas.microsoft.com/office/drawing/2014/main" id="{F7D2A412-0F3A-2C46-6C6D-DA68F7CE16EB}"/>
              </a:ext>
            </a:extLst>
          </p:cNvPr>
          <p:cNvSpPr/>
          <p:nvPr/>
        </p:nvSpPr>
        <p:spPr>
          <a:xfrm>
            <a:off x="7452360" y="3890772"/>
            <a:ext cx="685800" cy="38404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B2F36"/>
                </a:solidFill>
                <a:effectLst/>
                <a:latin typeface="Calibri" panose="020F0502020204030204" pitchFamily="34" charset="0"/>
              </a:rPr>
              <a:t>–10%</a:t>
            </a:r>
          </a:p>
          <a:p>
            <a:pPr algn="l">
              <a:buNone/>
            </a:pPr>
            <a:r>
              <a:rPr lang="en-US" sz="100">
                <a:effectLst/>
              </a:rPr>
              <a:t> </a:t>
            </a:r>
            <a:endParaRPr lang="en-US"/>
          </a:p>
        </p:txBody>
      </p:sp>
      <p:sp>
        <p:nvSpPr>
          <p:cNvPr id="17020" name="sensLab2">
            <a:extLst>
              <a:ext uri="{FF2B5EF4-FFF2-40B4-BE49-F238E27FC236}">
                <a16:creationId xmlns:a16="http://schemas.microsoft.com/office/drawing/2014/main" id="{72627FAD-79A2-C900-1084-7A0B824BB238}"/>
              </a:ext>
            </a:extLst>
          </p:cNvPr>
          <p:cNvSpPr/>
          <p:nvPr/>
        </p:nvSpPr>
        <p:spPr>
          <a:xfrm>
            <a:off x="7452360" y="4274820"/>
            <a:ext cx="685800" cy="38404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B2F36"/>
                </a:solidFill>
                <a:effectLst/>
                <a:latin typeface="Calibri" panose="020F0502020204030204" pitchFamily="34" charset="0"/>
              </a:rPr>
              <a:t>–15%</a:t>
            </a:r>
          </a:p>
          <a:p>
            <a:pPr algn="l">
              <a:buNone/>
            </a:pPr>
            <a:r>
              <a:rPr lang="en-US" sz="100">
                <a:effectLst/>
              </a:rPr>
              <a:t> </a:t>
            </a:r>
            <a:endParaRPr lang="en-US"/>
          </a:p>
        </p:txBody>
      </p:sp>
      <p:sp>
        <p:nvSpPr>
          <p:cNvPr id="17116" name="sensLab3">
            <a:extLst>
              <a:ext uri="{FF2B5EF4-FFF2-40B4-BE49-F238E27FC236}">
                <a16:creationId xmlns:a16="http://schemas.microsoft.com/office/drawing/2014/main" id="{3E7EB6E3-ABF1-325A-4967-CB48A4B79240}"/>
              </a:ext>
            </a:extLst>
          </p:cNvPr>
          <p:cNvSpPr/>
          <p:nvPr/>
        </p:nvSpPr>
        <p:spPr>
          <a:xfrm>
            <a:off x="7452360" y="4658868"/>
            <a:ext cx="685800" cy="452323"/>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B2F36"/>
                </a:solidFill>
                <a:effectLst/>
                <a:latin typeface="Calibri" panose="020F0502020204030204" pitchFamily="34" charset="0"/>
              </a:rPr>
              <a:t>–20%</a:t>
            </a:r>
          </a:p>
          <a:p>
            <a:pPr algn="l">
              <a:buNone/>
            </a:pPr>
            <a:r>
              <a:rPr lang="en-US" sz="100">
                <a:effectLst/>
              </a:rPr>
              <a:t> </a:t>
            </a:r>
            <a:endParaRPr lang="en-US"/>
          </a:p>
        </p:txBody>
      </p:sp>
      <p:sp>
        <p:nvSpPr>
          <p:cNvPr id="17258" name="sensTakeaway">
            <a:extLst>
              <a:ext uri="{FF2B5EF4-FFF2-40B4-BE49-F238E27FC236}">
                <a16:creationId xmlns:a16="http://schemas.microsoft.com/office/drawing/2014/main" id="{EC15A8BD-BCCD-80A8-E654-A6825FD9B59B}"/>
              </a:ext>
            </a:extLst>
          </p:cNvPr>
          <p:cNvSpPr/>
          <p:nvPr/>
        </p:nvSpPr>
        <p:spPr>
          <a:xfrm>
            <a:off x="7452360" y="5148072"/>
            <a:ext cx="4236720" cy="7543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4213D"/>
                </a:solidFill>
                <a:effectLst/>
                <a:latin typeface="Calibri" panose="020F0502020204030204" pitchFamily="34" charset="0"/>
              </a:rPr>
              <a:t>The covenant holds through a 15% EBITDA fall; a 20% fall would breach it.</a:t>
            </a:r>
          </a:p>
          <a:p>
            <a:pPr algn="l">
              <a:buNone/>
            </a:pPr>
            <a:r>
              <a:rPr lang="en-US" sz="100">
                <a:effectLst/>
              </a:rPr>
              <a:t> </a:t>
            </a:r>
            <a:endParaRPr lang="en-US"/>
          </a:p>
        </p:txBody>
      </p:sp>
      <p:sp>
        <p:nvSpPr>
          <p:cNvPr id="17607" name="sensBarB0">
            <a:extLst>
              <a:ext uri="{FF2B5EF4-FFF2-40B4-BE49-F238E27FC236}">
                <a16:creationId xmlns:a16="http://schemas.microsoft.com/office/drawing/2014/main" id="{9E5B1610-0178-776E-9A2D-AFFE803BF98E}"/>
              </a:ext>
            </a:extLst>
          </p:cNvPr>
          <p:cNvSpPr/>
          <p:nvPr/>
        </p:nvSpPr>
        <p:spPr>
          <a:xfrm>
            <a:off x="8229600" y="3506724"/>
            <a:ext cx="2588579" cy="320040"/>
          </a:xfrm>
          <a:prstGeom prst="rect">
            <a:avLst/>
          </a:prstGeom>
          <a:solidFill>
            <a:srgbClr val="14213D"/>
          </a:solidFill>
          <a:ln w="3175">
            <a:solidFill>
              <a:srgbClr val="14213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FFFFFF"/>
                </a:solidFill>
                <a:effectLst/>
                <a:latin typeface="Calibri" panose="020F0502020204030204" pitchFamily="34" charset="0"/>
              </a:rPr>
              <a:t>2.69x</a:t>
            </a:r>
          </a:p>
          <a:p>
            <a:pPr algn="l">
              <a:buNone/>
            </a:pPr>
            <a:r>
              <a:rPr lang="en-US" sz="100">
                <a:effectLst/>
              </a:rPr>
              <a:t> </a:t>
            </a:r>
            <a:endParaRPr lang="en-US"/>
          </a:p>
        </p:txBody>
      </p:sp>
      <p:sp>
        <p:nvSpPr>
          <p:cNvPr id="17611" name="sensBarB1">
            <a:extLst>
              <a:ext uri="{FF2B5EF4-FFF2-40B4-BE49-F238E27FC236}">
                <a16:creationId xmlns:a16="http://schemas.microsoft.com/office/drawing/2014/main" id="{5EF95686-ED0A-292E-7B7D-FDFBE4FACEAE}"/>
              </a:ext>
            </a:extLst>
          </p:cNvPr>
          <p:cNvSpPr/>
          <p:nvPr/>
        </p:nvSpPr>
        <p:spPr>
          <a:xfrm>
            <a:off x="8229600" y="3890772"/>
            <a:ext cx="2877268" cy="320040"/>
          </a:xfrm>
          <a:prstGeom prst="rect">
            <a:avLst/>
          </a:prstGeom>
          <a:solidFill>
            <a:srgbClr val="14213D"/>
          </a:solidFill>
          <a:ln w="3175">
            <a:solidFill>
              <a:srgbClr val="14213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FFFFFF"/>
                </a:solidFill>
                <a:effectLst/>
                <a:latin typeface="Calibri" panose="020F0502020204030204" pitchFamily="34" charset="0"/>
              </a:rPr>
              <a:t>2.99x</a:t>
            </a:r>
          </a:p>
          <a:p>
            <a:pPr algn="l">
              <a:buNone/>
            </a:pPr>
            <a:r>
              <a:rPr lang="en-US" sz="100">
                <a:effectLst/>
              </a:rPr>
              <a:t> </a:t>
            </a:r>
            <a:endParaRPr lang="en-US"/>
          </a:p>
        </p:txBody>
      </p:sp>
      <p:sp>
        <p:nvSpPr>
          <p:cNvPr id="17616" name="sensBarB2">
            <a:extLst>
              <a:ext uri="{FF2B5EF4-FFF2-40B4-BE49-F238E27FC236}">
                <a16:creationId xmlns:a16="http://schemas.microsoft.com/office/drawing/2014/main" id="{0253CD20-F738-7019-F54D-F3C4D40348A4}"/>
              </a:ext>
            </a:extLst>
          </p:cNvPr>
          <p:cNvSpPr/>
          <p:nvPr/>
        </p:nvSpPr>
        <p:spPr>
          <a:xfrm>
            <a:off x="8229600" y="4274820"/>
            <a:ext cx="3050481" cy="320040"/>
          </a:xfrm>
          <a:prstGeom prst="rect">
            <a:avLst/>
          </a:prstGeom>
          <a:solidFill>
            <a:srgbClr val="14213D"/>
          </a:solidFill>
          <a:ln w="3175">
            <a:solidFill>
              <a:srgbClr val="14213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FFFFFF"/>
                </a:solidFill>
                <a:effectLst/>
                <a:latin typeface="Calibri" panose="020F0502020204030204" pitchFamily="34" charset="0"/>
              </a:rPr>
              <a:t>3.17x</a:t>
            </a:r>
          </a:p>
          <a:p>
            <a:pPr algn="l">
              <a:buNone/>
            </a:pPr>
            <a:r>
              <a:rPr lang="en-US" sz="100">
                <a:effectLst/>
              </a:rPr>
              <a:t> </a:t>
            </a:r>
            <a:endParaRPr lang="en-US"/>
          </a:p>
        </p:txBody>
      </p:sp>
      <p:sp>
        <p:nvSpPr>
          <p:cNvPr id="17622" name="sensBarB3">
            <a:extLst>
              <a:ext uri="{FF2B5EF4-FFF2-40B4-BE49-F238E27FC236}">
                <a16:creationId xmlns:a16="http://schemas.microsoft.com/office/drawing/2014/main" id="{A75A19F2-638D-5CDA-D316-E5042CE0EF6C}"/>
              </a:ext>
            </a:extLst>
          </p:cNvPr>
          <p:cNvSpPr/>
          <p:nvPr/>
        </p:nvSpPr>
        <p:spPr>
          <a:xfrm>
            <a:off x="8229600" y="4658868"/>
            <a:ext cx="3242941" cy="320040"/>
          </a:xfrm>
          <a:prstGeom prst="rect">
            <a:avLst/>
          </a:prstGeom>
          <a:solidFill>
            <a:srgbClr val="A6192E"/>
          </a:solidFill>
          <a:ln w="3175">
            <a:solidFill>
              <a:srgbClr val="A6192E"/>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FFFFFF"/>
                </a:solidFill>
                <a:effectLst/>
                <a:latin typeface="Calibri" panose="020F0502020204030204" pitchFamily="34" charset="0"/>
              </a:rPr>
              <a:t>3.37x</a:t>
            </a:r>
          </a:p>
          <a:p>
            <a:pPr algn="l">
              <a:buNone/>
            </a:pPr>
            <a:r>
              <a:rPr lang="en-US" sz="100">
                <a:effectLst/>
              </a:rPr>
              <a:t> </a:t>
            </a:r>
            <a:endParaRPr lang="en-US"/>
          </a:p>
        </p:txBody>
      </p:sp>
      <p:sp>
        <p:nvSpPr>
          <p:cNvPr id="17629" name="covLineB">
            <a:extLst>
              <a:ext uri="{FF2B5EF4-FFF2-40B4-BE49-F238E27FC236}">
                <a16:creationId xmlns:a16="http://schemas.microsoft.com/office/drawing/2014/main" id="{CE17DC20-5ED7-79BF-2950-96CCB092D61F}"/>
              </a:ext>
            </a:extLst>
          </p:cNvPr>
          <p:cNvSpPr/>
          <p:nvPr/>
        </p:nvSpPr>
        <p:spPr>
          <a:xfrm>
            <a:off x="11347540" y="3429000"/>
            <a:ext cx="19050" cy="1627632"/>
          </a:xfrm>
          <a:prstGeom prst="rect">
            <a:avLst/>
          </a:prstGeom>
          <a:solidFill>
            <a:srgbClr val="2B2F36"/>
          </a:solidFill>
          <a:ln w="3175">
            <a:solidFill>
              <a:srgbClr val="2B2F3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868160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91" name="label6">
            <a:extLst>
              <a:ext uri="{FF2B5EF4-FFF2-40B4-BE49-F238E27FC236}">
                <a16:creationId xmlns:a16="http://schemas.microsoft.com/office/drawing/2014/main" id="{A51F0B6D-11C9-22F4-F3F9-76E9B69E2B20}"/>
              </a:ext>
            </a:extLst>
          </p:cNvPr>
          <p:cNvSpPr/>
          <p:nvPr/>
        </p:nvSpPr>
        <p:spPr>
          <a:xfrm>
            <a:off x="502920" y="457200"/>
            <a:ext cx="5486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F6672"/>
                </a:solidFill>
                <a:effectLst/>
                <a:latin typeface="Calibri" panose="020F0502020204030204" pitchFamily="34" charset="0"/>
              </a:rPr>
              <a:t>Example output – fictional training scenario</a:t>
            </a:r>
          </a:p>
          <a:p>
            <a:pPr algn="l">
              <a:buNone/>
            </a:pPr>
            <a:r>
              <a:rPr lang="en-US" sz="100">
                <a:effectLst/>
              </a:rPr>
              <a:t> </a:t>
            </a:r>
            <a:endParaRPr lang="en-US"/>
          </a:p>
        </p:txBody>
      </p:sp>
      <p:sp>
        <p:nvSpPr>
          <p:cNvPr id="4426" name="title6">
            <a:extLst>
              <a:ext uri="{FF2B5EF4-FFF2-40B4-BE49-F238E27FC236}">
                <a16:creationId xmlns:a16="http://schemas.microsoft.com/office/drawing/2014/main" id="{C861DEE8-DFE8-3F7C-D150-52E5EC275998}"/>
              </a:ext>
            </a:extLst>
          </p:cNvPr>
          <p:cNvSpPr/>
          <p:nvPr/>
        </p:nvSpPr>
        <p:spPr>
          <a:xfrm>
            <a:off x="502920" y="777240"/>
            <a:ext cx="1118616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a:solidFill>
                  <a:srgbClr val="14213D"/>
                </a:solidFill>
                <a:effectLst/>
                <a:latin typeface="Georgia" panose="02040502050405020303" pitchFamily="18" charset="0"/>
              </a:rPr>
              <a:t>Industrials is above early warning</a:t>
            </a:r>
          </a:p>
          <a:p>
            <a:pPr algn="l">
              <a:buNone/>
            </a:pPr>
            <a:r>
              <a:rPr lang="en-US" sz="100">
                <a:effectLst/>
              </a:rPr>
              <a:t> </a:t>
            </a:r>
            <a:endParaRPr lang="en-US"/>
          </a:p>
        </p:txBody>
      </p:sp>
      <p:sp>
        <p:nvSpPr>
          <p:cNvPr id="4462" name="kpiCard0">
            <a:extLst>
              <a:ext uri="{FF2B5EF4-FFF2-40B4-BE49-F238E27FC236}">
                <a16:creationId xmlns:a16="http://schemas.microsoft.com/office/drawing/2014/main" id="{5A7B208B-FB72-4227-9EAC-61344FACF588}"/>
              </a:ext>
            </a:extLst>
          </p:cNvPr>
          <p:cNvSpPr/>
          <p:nvPr/>
        </p:nvSpPr>
        <p:spPr>
          <a:xfrm>
            <a:off x="594360" y="1600200"/>
            <a:ext cx="4572000" cy="1019556"/>
          </a:xfrm>
          <a:prstGeom prst="rect">
            <a:avLst/>
          </a:prstGeom>
          <a:solidFill>
            <a:srgbClr val="EDF0F5"/>
          </a:solidFill>
          <a:ln w="12700">
            <a:solidFill>
              <a:srgbClr val="EDF0F5">
                <a:alpha val="0"/>
              </a:srgbClr>
            </a:solidFill>
          </a:ln>
          <a:effectLst>
            <a:outerShdw blurRad="101600" dist="25400" dir="5400000" algn="ctr" rotWithShape="0">
              <a:srgbClr val="2B2F36">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99" name="kpiFig0">
            <a:extLst>
              <a:ext uri="{FF2B5EF4-FFF2-40B4-BE49-F238E27FC236}">
                <a16:creationId xmlns:a16="http://schemas.microsoft.com/office/drawing/2014/main" id="{AFCB1924-9C2D-D445-B3CA-2FD1CB1D541E}"/>
              </a:ext>
            </a:extLst>
          </p:cNvPr>
          <p:cNvSpPr/>
          <p:nvPr/>
        </p:nvSpPr>
        <p:spPr>
          <a:xfrm>
            <a:off x="621792" y="1854708"/>
            <a:ext cx="1874520" cy="5105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600" b="1">
                <a:solidFill>
                  <a:srgbClr val="14213D"/>
                </a:solidFill>
                <a:effectLst/>
                <a:latin typeface="Calibri" panose="020F0502020204030204" pitchFamily="34" charset="0"/>
              </a:rPr>
              <a:t>€27.6bn</a:t>
            </a:r>
          </a:p>
          <a:p>
            <a:pPr algn="l">
              <a:buNone/>
            </a:pPr>
            <a:r>
              <a:rPr lang="en-US" sz="100">
                <a:effectLst/>
              </a:rPr>
              <a:t> </a:t>
            </a:r>
            <a:endParaRPr lang="en-US"/>
          </a:p>
        </p:txBody>
      </p:sp>
      <p:sp>
        <p:nvSpPr>
          <p:cNvPr id="4537" name="kpiCap0">
            <a:extLst>
              <a:ext uri="{FF2B5EF4-FFF2-40B4-BE49-F238E27FC236}">
                <a16:creationId xmlns:a16="http://schemas.microsoft.com/office/drawing/2014/main" id="{BBD85496-E8BD-7CF3-EC66-BED0311106AB}"/>
              </a:ext>
            </a:extLst>
          </p:cNvPr>
          <p:cNvSpPr/>
          <p:nvPr/>
        </p:nvSpPr>
        <p:spPr>
          <a:xfrm>
            <a:off x="2404872" y="1755648"/>
            <a:ext cx="2734056" cy="7086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B2F36"/>
                </a:solidFill>
                <a:effectLst/>
                <a:latin typeface="Calibri" panose="020F0502020204030204" pitchFamily="34" charset="0"/>
              </a:rPr>
              <a:t>Total commitments at 30 September 2026, up 1.3% on Q2</a:t>
            </a:r>
          </a:p>
          <a:p>
            <a:pPr algn="l">
              <a:buNone/>
            </a:pPr>
            <a:r>
              <a:rPr lang="en-US" sz="100">
                <a:effectLst/>
              </a:rPr>
              <a:t> </a:t>
            </a:r>
            <a:endParaRPr lang="en-US"/>
          </a:p>
        </p:txBody>
      </p:sp>
      <p:sp>
        <p:nvSpPr>
          <p:cNvPr id="4576" name="kpiCard1">
            <a:extLst>
              <a:ext uri="{FF2B5EF4-FFF2-40B4-BE49-F238E27FC236}">
                <a16:creationId xmlns:a16="http://schemas.microsoft.com/office/drawing/2014/main" id="{B19029B2-E253-66D4-3602-A0F3CDACA906}"/>
              </a:ext>
            </a:extLst>
          </p:cNvPr>
          <p:cNvSpPr/>
          <p:nvPr/>
        </p:nvSpPr>
        <p:spPr>
          <a:xfrm>
            <a:off x="594360" y="2738628"/>
            <a:ext cx="4572000" cy="1019556"/>
          </a:xfrm>
          <a:prstGeom prst="rect">
            <a:avLst/>
          </a:prstGeom>
          <a:solidFill>
            <a:srgbClr val="EDF0F5"/>
          </a:solidFill>
          <a:ln w="12700">
            <a:solidFill>
              <a:srgbClr val="EDF0F5">
                <a:alpha val="0"/>
              </a:srgbClr>
            </a:solidFill>
          </a:ln>
          <a:effectLst>
            <a:outerShdw blurRad="101600" dist="25400" dir="5400000" algn="ctr" rotWithShape="0">
              <a:srgbClr val="2B2F36">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16" name="kpiFig1">
            <a:extLst>
              <a:ext uri="{FF2B5EF4-FFF2-40B4-BE49-F238E27FC236}">
                <a16:creationId xmlns:a16="http://schemas.microsoft.com/office/drawing/2014/main" id="{5CA10712-15E8-50CF-B1C8-D4A3D1151BE2}"/>
              </a:ext>
            </a:extLst>
          </p:cNvPr>
          <p:cNvSpPr/>
          <p:nvPr/>
        </p:nvSpPr>
        <p:spPr>
          <a:xfrm>
            <a:off x="621792" y="2993136"/>
            <a:ext cx="1874520" cy="5105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600" b="1">
                <a:solidFill>
                  <a:srgbClr val="14213D"/>
                </a:solidFill>
                <a:effectLst/>
                <a:latin typeface="Calibri" panose="020F0502020204030204" pitchFamily="34" charset="0"/>
              </a:rPr>
              <a:t>8.0%</a:t>
            </a:r>
          </a:p>
          <a:p>
            <a:pPr algn="l">
              <a:buNone/>
            </a:pPr>
            <a:r>
              <a:rPr lang="en-US" sz="100">
                <a:effectLst/>
              </a:rPr>
              <a:t> </a:t>
            </a:r>
            <a:endParaRPr lang="en-US"/>
          </a:p>
        </p:txBody>
      </p:sp>
      <p:sp>
        <p:nvSpPr>
          <p:cNvPr id="4657" name="kpiCap1">
            <a:extLst>
              <a:ext uri="{FF2B5EF4-FFF2-40B4-BE49-F238E27FC236}">
                <a16:creationId xmlns:a16="http://schemas.microsoft.com/office/drawing/2014/main" id="{67BA9DC4-42BC-D839-3507-40B8B80DED70}"/>
              </a:ext>
            </a:extLst>
          </p:cNvPr>
          <p:cNvSpPr/>
          <p:nvPr/>
        </p:nvSpPr>
        <p:spPr>
          <a:xfrm>
            <a:off x="2404872" y="2894076"/>
            <a:ext cx="2734056" cy="7086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B2F36"/>
                </a:solidFill>
                <a:effectLst/>
                <a:latin typeface="Calibri" panose="020F0502020204030204" pitchFamily="34" charset="0"/>
              </a:rPr>
              <a:t>Stage 2 share of commitments (€2,220m, 13 facilities)</a:t>
            </a:r>
          </a:p>
          <a:p>
            <a:pPr algn="l">
              <a:buNone/>
            </a:pPr>
            <a:r>
              <a:rPr lang="en-US" sz="100">
                <a:effectLst/>
              </a:rPr>
              <a:t> </a:t>
            </a:r>
            <a:endParaRPr lang="en-US"/>
          </a:p>
        </p:txBody>
      </p:sp>
      <p:sp>
        <p:nvSpPr>
          <p:cNvPr id="4699" name="kpiCard2">
            <a:extLst>
              <a:ext uri="{FF2B5EF4-FFF2-40B4-BE49-F238E27FC236}">
                <a16:creationId xmlns:a16="http://schemas.microsoft.com/office/drawing/2014/main" id="{FB482FBF-671A-EB91-865E-7D7679891383}"/>
              </a:ext>
            </a:extLst>
          </p:cNvPr>
          <p:cNvSpPr/>
          <p:nvPr/>
        </p:nvSpPr>
        <p:spPr>
          <a:xfrm>
            <a:off x="594360" y="3877056"/>
            <a:ext cx="4572000" cy="1019556"/>
          </a:xfrm>
          <a:prstGeom prst="rect">
            <a:avLst/>
          </a:prstGeom>
          <a:solidFill>
            <a:srgbClr val="EDF0F5"/>
          </a:solidFill>
          <a:ln w="12700">
            <a:solidFill>
              <a:srgbClr val="EDF0F5">
                <a:alpha val="0"/>
              </a:srgbClr>
            </a:solidFill>
          </a:ln>
          <a:effectLst>
            <a:outerShdw blurRad="101600" dist="25400" dir="5400000" algn="ctr" rotWithShape="0">
              <a:srgbClr val="2B2F36">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42" name="kpiFig2">
            <a:extLst>
              <a:ext uri="{FF2B5EF4-FFF2-40B4-BE49-F238E27FC236}">
                <a16:creationId xmlns:a16="http://schemas.microsoft.com/office/drawing/2014/main" id="{52384378-8822-B6D1-177F-D70B91D4381A}"/>
              </a:ext>
            </a:extLst>
          </p:cNvPr>
          <p:cNvSpPr/>
          <p:nvPr/>
        </p:nvSpPr>
        <p:spPr>
          <a:xfrm>
            <a:off x="621792" y="4131564"/>
            <a:ext cx="1874520" cy="5105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600" b="1">
                <a:solidFill>
                  <a:srgbClr val="14213D"/>
                </a:solidFill>
                <a:effectLst/>
                <a:latin typeface="Calibri" panose="020F0502020204030204" pitchFamily="34" charset="0"/>
              </a:rPr>
              <a:t>€15.4m</a:t>
            </a:r>
          </a:p>
          <a:p>
            <a:pPr algn="l">
              <a:buNone/>
            </a:pPr>
            <a:r>
              <a:rPr lang="en-US" sz="100">
                <a:effectLst/>
              </a:rPr>
              <a:t> </a:t>
            </a:r>
            <a:endParaRPr lang="en-US"/>
          </a:p>
        </p:txBody>
      </p:sp>
      <p:sp>
        <p:nvSpPr>
          <p:cNvPr id="4786" name="kpiCap2">
            <a:extLst>
              <a:ext uri="{FF2B5EF4-FFF2-40B4-BE49-F238E27FC236}">
                <a16:creationId xmlns:a16="http://schemas.microsoft.com/office/drawing/2014/main" id="{3F9AC6FE-1CDB-DCB5-1B15-C2508327D123}"/>
              </a:ext>
            </a:extLst>
          </p:cNvPr>
          <p:cNvSpPr/>
          <p:nvPr/>
        </p:nvSpPr>
        <p:spPr>
          <a:xfrm>
            <a:off x="2404872" y="4032504"/>
            <a:ext cx="2734056" cy="7086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B2F36"/>
                </a:solidFill>
                <a:effectLst/>
                <a:latin typeface="Calibri" panose="020F0502020204030204" pitchFamily="34" charset="0"/>
              </a:rPr>
              <a:t>Q3 impairment charge (Q2: €7.0m), driven by one Stage 3 name of €45m</a:t>
            </a:r>
          </a:p>
          <a:p>
            <a:pPr algn="l">
              <a:buNone/>
            </a:pPr>
            <a:r>
              <a:rPr lang="en-US" sz="100">
                <a:effectLst/>
              </a:rPr>
              <a:t> </a:t>
            </a:r>
            <a:endParaRPr lang="en-US"/>
          </a:p>
        </p:txBody>
      </p:sp>
      <p:sp>
        <p:nvSpPr>
          <p:cNvPr id="4831" name="kpiCard3">
            <a:extLst>
              <a:ext uri="{FF2B5EF4-FFF2-40B4-BE49-F238E27FC236}">
                <a16:creationId xmlns:a16="http://schemas.microsoft.com/office/drawing/2014/main" id="{046984B8-1FC7-39E0-B284-9D794F33BFDB}"/>
              </a:ext>
            </a:extLst>
          </p:cNvPr>
          <p:cNvSpPr/>
          <p:nvPr/>
        </p:nvSpPr>
        <p:spPr>
          <a:xfrm>
            <a:off x="594360" y="5015484"/>
            <a:ext cx="4572000" cy="1019556"/>
          </a:xfrm>
          <a:prstGeom prst="rect">
            <a:avLst/>
          </a:prstGeom>
          <a:solidFill>
            <a:srgbClr val="EDF0F5"/>
          </a:solidFill>
          <a:ln w="12700">
            <a:solidFill>
              <a:srgbClr val="EDF0F5">
                <a:alpha val="0"/>
              </a:srgbClr>
            </a:solidFill>
          </a:ln>
          <a:effectLst>
            <a:outerShdw blurRad="101600" dist="25400" dir="5400000" algn="ctr" rotWithShape="0">
              <a:srgbClr val="2B2F36">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77" name="kpiFig3">
            <a:extLst>
              <a:ext uri="{FF2B5EF4-FFF2-40B4-BE49-F238E27FC236}">
                <a16:creationId xmlns:a16="http://schemas.microsoft.com/office/drawing/2014/main" id="{CA7D9D95-E552-A04C-D4BD-A15A1EEEC2E6}"/>
              </a:ext>
            </a:extLst>
          </p:cNvPr>
          <p:cNvSpPr/>
          <p:nvPr/>
        </p:nvSpPr>
        <p:spPr>
          <a:xfrm>
            <a:off x="621792" y="5269992"/>
            <a:ext cx="1874520" cy="5105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600" b="1">
                <a:solidFill>
                  <a:srgbClr val="14213D"/>
                </a:solidFill>
                <a:effectLst/>
                <a:latin typeface="Calibri" panose="020F0502020204030204" pitchFamily="34" charset="0"/>
              </a:rPr>
              <a:t>1.89%</a:t>
            </a:r>
          </a:p>
          <a:p>
            <a:pPr algn="l">
              <a:buNone/>
            </a:pPr>
            <a:r>
              <a:rPr lang="en-US" sz="100">
                <a:effectLst/>
              </a:rPr>
              <a:t> </a:t>
            </a:r>
            <a:endParaRPr lang="en-US"/>
          </a:p>
        </p:txBody>
      </p:sp>
      <p:sp>
        <p:nvSpPr>
          <p:cNvPr id="4924" name="kpiCap3">
            <a:extLst>
              <a:ext uri="{FF2B5EF4-FFF2-40B4-BE49-F238E27FC236}">
                <a16:creationId xmlns:a16="http://schemas.microsoft.com/office/drawing/2014/main" id="{ADF256E5-3B72-02B4-7FAE-1956DF03B011}"/>
              </a:ext>
            </a:extLst>
          </p:cNvPr>
          <p:cNvSpPr/>
          <p:nvPr/>
        </p:nvSpPr>
        <p:spPr>
          <a:xfrm>
            <a:off x="2404872" y="5269992"/>
            <a:ext cx="2734056" cy="5105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B2F36"/>
                </a:solidFill>
                <a:effectLst/>
                <a:latin typeface="Calibri" panose="020F0502020204030204" pitchFamily="34" charset="0"/>
              </a:rPr>
              <a:t>Return on RWA, below the 2.5% new-business hurdle</a:t>
            </a:r>
          </a:p>
          <a:p>
            <a:pPr algn="l">
              <a:buNone/>
            </a:pPr>
            <a:r>
              <a:rPr lang="en-US" sz="100">
                <a:effectLst/>
              </a:rPr>
              <a:t> </a:t>
            </a:r>
            <a:endParaRPr lang="en-US"/>
          </a:p>
        </p:txBody>
      </p:sp>
      <p:sp>
        <p:nvSpPr>
          <p:cNvPr id="4972" name="chartEyebrow">
            <a:extLst>
              <a:ext uri="{FF2B5EF4-FFF2-40B4-BE49-F238E27FC236}">
                <a16:creationId xmlns:a16="http://schemas.microsoft.com/office/drawing/2014/main" id="{3857A49B-E028-240E-E514-AFF133933152}"/>
              </a:ext>
            </a:extLst>
          </p:cNvPr>
          <p:cNvSpPr/>
          <p:nvPr/>
        </p:nvSpPr>
        <p:spPr>
          <a:xfrm>
            <a:off x="5532120" y="1600200"/>
            <a:ext cx="615696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4213D"/>
                </a:solidFill>
                <a:effectLst/>
                <a:latin typeface="Calibri" panose="020F0502020204030204" pitchFamily="34" charset="0"/>
              </a:rPr>
              <a:t>INDUSTRIALS SHARE OF COMMITMENTS, %</a:t>
            </a:r>
          </a:p>
          <a:p>
            <a:pPr algn="l">
              <a:buNone/>
            </a:pPr>
            <a:r>
              <a:rPr lang="en-US" sz="100">
                <a:effectLst/>
              </a:rPr>
              <a:t> </a:t>
            </a:r>
            <a:endParaRPr lang="en-US"/>
          </a:p>
        </p:txBody>
      </p:sp>
      <p:sp>
        <p:nvSpPr>
          <p:cNvPr id="5021" name="key150">
            <a:extLst>
              <a:ext uri="{FF2B5EF4-FFF2-40B4-BE49-F238E27FC236}">
                <a16:creationId xmlns:a16="http://schemas.microsoft.com/office/drawing/2014/main" id="{C4A754B6-7350-B292-441F-8A8C3C272B64}"/>
              </a:ext>
            </a:extLst>
          </p:cNvPr>
          <p:cNvSpPr/>
          <p:nvPr/>
        </p:nvSpPr>
        <p:spPr>
          <a:xfrm>
            <a:off x="5623560" y="2043684"/>
            <a:ext cx="118872" cy="118872"/>
          </a:xfrm>
          <a:prstGeom prst="rect">
            <a:avLst/>
          </a:prstGeom>
          <a:solidFill>
            <a:srgbClr val="A6192E"/>
          </a:solidFill>
          <a:ln w="3175">
            <a:solidFill>
              <a:srgbClr val="A6192E"/>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071" name="keyLab150">
            <a:extLst>
              <a:ext uri="{FF2B5EF4-FFF2-40B4-BE49-F238E27FC236}">
                <a16:creationId xmlns:a16="http://schemas.microsoft.com/office/drawing/2014/main" id="{B6C7A62B-CED2-F332-88D7-62EC13276A98}"/>
              </a:ext>
            </a:extLst>
          </p:cNvPr>
          <p:cNvSpPr/>
          <p:nvPr/>
        </p:nvSpPr>
        <p:spPr>
          <a:xfrm>
            <a:off x="5788152" y="1956816"/>
            <a:ext cx="1125855"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A6192E"/>
                </a:solidFill>
                <a:effectLst/>
                <a:latin typeface="Calibri" panose="020F0502020204030204" pitchFamily="34" charset="0"/>
              </a:rPr>
              <a:t>15% limit</a:t>
            </a:r>
          </a:p>
          <a:p>
            <a:pPr algn="l">
              <a:buNone/>
            </a:pPr>
            <a:r>
              <a:rPr lang="en-US" sz="100">
                <a:effectLst/>
              </a:rPr>
              <a:t> </a:t>
            </a:r>
            <a:endParaRPr lang="en-US"/>
          </a:p>
        </p:txBody>
      </p:sp>
      <p:sp>
        <p:nvSpPr>
          <p:cNvPr id="5122" name="key135">
            <a:extLst>
              <a:ext uri="{FF2B5EF4-FFF2-40B4-BE49-F238E27FC236}">
                <a16:creationId xmlns:a16="http://schemas.microsoft.com/office/drawing/2014/main" id="{29ECBB8A-47D0-8579-00F7-3DD0D33AC845}"/>
              </a:ext>
            </a:extLst>
          </p:cNvPr>
          <p:cNvSpPr/>
          <p:nvPr/>
        </p:nvSpPr>
        <p:spPr>
          <a:xfrm>
            <a:off x="7188327" y="2043684"/>
            <a:ext cx="118872" cy="118872"/>
          </a:xfrm>
          <a:prstGeom prst="rect">
            <a:avLst/>
          </a:prstGeom>
          <a:solidFill>
            <a:srgbClr val="5F6672"/>
          </a:solidFill>
          <a:ln w="3175">
            <a:solidFill>
              <a:srgbClr val="5F66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174" name="keyLab135">
            <a:extLst>
              <a:ext uri="{FF2B5EF4-FFF2-40B4-BE49-F238E27FC236}">
                <a16:creationId xmlns:a16="http://schemas.microsoft.com/office/drawing/2014/main" id="{96F2C4D1-79CA-C255-AC5B-8E0A089D039D}"/>
              </a:ext>
            </a:extLst>
          </p:cNvPr>
          <p:cNvSpPr/>
          <p:nvPr/>
        </p:nvSpPr>
        <p:spPr>
          <a:xfrm>
            <a:off x="7352919" y="1956816"/>
            <a:ext cx="2173605"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5F6672"/>
                </a:solidFill>
                <a:effectLst/>
                <a:latin typeface="Calibri" panose="020F0502020204030204" pitchFamily="34" charset="0"/>
              </a:rPr>
              <a:t>13.5% early warning</a:t>
            </a:r>
          </a:p>
          <a:p>
            <a:pPr algn="l">
              <a:buNone/>
            </a:pPr>
            <a:r>
              <a:rPr lang="en-US" sz="100">
                <a:effectLst/>
              </a:rPr>
              <a:t> </a:t>
            </a:r>
            <a:endParaRPr lang="en-US"/>
          </a:p>
        </p:txBody>
      </p:sp>
      <p:sp>
        <p:nvSpPr>
          <p:cNvPr id="5227" name="ref150">
            <a:extLst>
              <a:ext uri="{FF2B5EF4-FFF2-40B4-BE49-F238E27FC236}">
                <a16:creationId xmlns:a16="http://schemas.microsoft.com/office/drawing/2014/main" id="{B98A6CEE-5B12-9FB9-9AEC-919E40F22BA9}"/>
              </a:ext>
            </a:extLst>
          </p:cNvPr>
          <p:cNvSpPr/>
          <p:nvPr/>
        </p:nvSpPr>
        <p:spPr>
          <a:xfrm>
            <a:off x="5623560" y="2486342"/>
            <a:ext cx="5974080" cy="12700"/>
          </a:xfrm>
          <a:prstGeom prst="rect">
            <a:avLst/>
          </a:prstGeom>
          <a:solidFill>
            <a:srgbClr val="A6192E"/>
          </a:solidFill>
          <a:ln w="3175">
            <a:solidFill>
              <a:srgbClr val="A6192E"/>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281" name="ref135">
            <a:extLst>
              <a:ext uri="{FF2B5EF4-FFF2-40B4-BE49-F238E27FC236}">
                <a16:creationId xmlns:a16="http://schemas.microsoft.com/office/drawing/2014/main" id="{AF3318AD-B86B-ADFC-9EE1-562748DBE398}"/>
              </a:ext>
            </a:extLst>
          </p:cNvPr>
          <p:cNvSpPr/>
          <p:nvPr/>
        </p:nvSpPr>
        <p:spPr>
          <a:xfrm>
            <a:off x="5623560" y="2727801"/>
            <a:ext cx="5974080" cy="12700"/>
          </a:xfrm>
          <a:prstGeom prst="rect">
            <a:avLst/>
          </a:prstGeom>
          <a:solidFill>
            <a:srgbClr val="5F6672"/>
          </a:solidFill>
          <a:ln w="3175">
            <a:solidFill>
              <a:srgbClr val="5F66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36" name="baseline">
            <a:extLst>
              <a:ext uri="{FF2B5EF4-FFF2-40B4-BE49-F238E27FC236}">
                <a16:creationId xmlns:a16="http://schemas.microsoft.com/office/drawing/2014/main" id="{354C0974-1A0F-5C78-16D5-43EA8994BDA4}"/>
              </a:ext>
            </a:extLst>
          </p:cNvPr>
          <p:cNvSpPr/>
          <p:nvPr/>
        </p:nvSpPr>
        <p:spPr>
          <a:xfrm>
            <a:off x="5623560" y="4907282"/>
            <a:ext cx="5974080" cy="12700"/>
          </a:xfrm>
          <a:prstGeom prst="rect">
            <a:avLst/>
          </a:prstGeom>
          <a:solidFill>
            <a:srgbClr val="2B2F36"/>
          </a:solidFill>
          <a:ln w="3175">
            <a:solidFill>
              <a:srgbClr val="2B2F3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92" name="bar0">
            <a:extLst>
              <a:ext uri="{FF2B5EF4-FFF2-40B4-BE49-F238E27FC236}">
                <a16:creationId xmlns:a16="http://schemas.microsoft.com/office/drawing/2014/main" id="{87F05DF9-CAF5-9C18-140D-363C8716CC3F}"/>
              </a:ext>
            </a:extLst>
          </p:cNvPr>
          <p:cNvSpPr/>
          <p:nvPr/>
        </p:nvSpPr>
        <p:spPr>
          <a:xfrm>
            <a:off x="5787847" y="2975611"/>
            <a:ext cx="418185" cy="1931671"/>
          </a:xfrm>
          <a:prstGeom prst="rect">
            <a:avLst/>
          </a:prstGeom>
          <a:solidFill>
            <a:srgbClr val="14213D"/>
          </a:solidFill>
          <a:ln w="3175">
            <a:solidFill>
              <a:srgbClr val="14213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449" name="barLab0">
            <a:extLst>
              <a:ext uri="{FF2B5EF4-FFF2-40B4-BE49-F238E27FC236}">
                <a16:creationId xmlns:a16="http://schemas.microsoft.com/office/drawing/2014/main" id="{0761E1F4-042A-F61C-E9A0-D1266714BA19}"/>
              </a:ext>
            </a:extLst>
          </p:cNvPr>
          <p:cNvSpPr/>
          <p:nvPr/>
        </p:nvSpPr>
        <p:spPr>
          <a:xfrm>
            <a:off x="5623560" y="4953002"/>
            <a:ext cx="746760" cy="48005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5F6672"/>
                </a:solidFill>
                <a:effectLst/>
                <a:latin typeface="Calibri" panose="020F0502020204030204" pitchFamily="34" charset="0"/>
              </a:rPr>
              <a:t>Q4 24</a:t>
            </a:r>
          </a:p>
          <a:p>
            <a:pPr algn="ctr">
              <a:buNone/>
            </a:pPr>
            <a:r>
              <a:rPr lang="en-US" sz="1200">
                <a:solidFill>
                  <a:srgbClr val="14213D"/>
                </a:solidFill>
                <a:effectLst/>
                <a:latin typeface="Calibri" panose="020F0502020204030204" pitchFamily="34" charset="0"/>
              </a:rPr>
              <a:t>12.0%</a:t>
            </a:r>
            <a:endParaRPr lang="en-US"/>
          </a:p>
        </p:txBody>
      </p:sp>
      <p:sp>
        <p:nvSpPr>
          <p:cNvPr id="5507" name="bar1">
            <a:extLst>
              <a:ext uri="{FF2B5EF4-FFF2-40B4-BE49-F238E27FC236}">
                <a16:creationId xmlns:a16="http://schemas.microsoft.com/office/drawing/2014/main" id="{19464B1A-9411-455F-7CEB-7E082A360F09}"/>
              </a:ext>
            </a:extLst>
          </p:cNvPr>
          <p:cNvSpPr/>
          <p:nvPr/>
        </p:nvSpPr>
        <p:spPr>
          <a:xfrm>
            <a:off x="6534607" y="2943416"/>
            <a:ext cx="418185" cy="1963866"/>
          </a:xfrm>
          <a:prstGeom prst="rect">
            <a:avLst/>
          </a:prstGeom>
          <a:solidFill>
            <a:srgbClr val="14213D"/>
          </a:solidFill>
          <a:ln w="3175">
            <a:solidFill>
              <a:srgbClr val="14213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66" name="barLab1">
            <a:extLst>
              <a:ext uri="{FF2B5EF4-FFF2-40B4-BE49-F238E27FC236}">
                <a16:creationId xmlns:a16="http://schemas.microsoft.com/office/drawing/2014/main" id="{CC2D2FFA-D1C8-120C-FBE7-2721917A1660}"/>
              </a:ext>
            </a:extLst>
          </p:cNvPr>
          <p:cNvSpPr/>
          <p:nvPr/>
        </p:nvSpPr>
        <p:spPr>
          <a:xfrm>
            <a:off x="6370320" y="4953002"/>
            <a:ext cx="746760" cy="48005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5F6672"/>
                </a:solidFill>
                <a:effectLst/>
                <a:latin typeface="Calibri" panose="020F0502020204030204" pitchFamily="34" charset="0"/>
              </a:rPr>
              <a:t>Q1 25</a:t>
            </a:r>
          </a:p>
          <a:p>
            <a:pPr algn="ctr">
              <a:buNone/>
            </a:pPr>
            <a:r>
              <a:rPr lang="en-US" sz="1200">
                <a:solidFill>
                  <a:srgbClr val="14213D"/>
                </a:solidFill>
                <a:effectLst/>
                <a:latin typeface="Calibri" panose="020F0502020204030204" pitchFamily="34" charset="0"/>
              </a:rPr>
              <a:t>12.2%</a:t>
            </a:r>
            <a:endParaRPr lang="en-US"/>
          </a:p>
        </p:txBody>
      </p:sp>
      <p:sp>
        <p:nvSpPr>
          <p:cNvPr id="5626" name="bar2">
            <a:extLst>
              <a:ext uri="{FF2B5EF4-FFF2-40B4-BE49-F238E27FC236}">
                <a16:creationId xmlns:a16="http://schemas.microsoft.com/office/drawing/2014/main" id="{04176022-EEC0-2082-0878-467D3DA3E6AC}"/>
              </a:ext>
            </a:extLst>
          </p:cNvPr>
          <p:cNvSpPr/>
          <p:nvPr/>
        </p:nvSpPr>
        <p:spPr>
          <a:xfrm>
            <a:off x="7281367" y="2895125"/>
            <a:ext cx="418185" cy="2012157"/>
          </a:xfrm>
          <a:prstGeom prst="rect">
            <a:avLst/>
          </a:prstGeom>
          <a:solidFill>
            <a:srgbClr val="14213D"/>
          </a:solidFill>
          <a:ln w="3175">
            <a:solidFill>
              <a:srgbClr val="14213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87" name="barLab2">
            <a:extLst>
              <a:ext uri="{FF2B5EF4-FFF2-40B4-BE49-F238E27FC236}">
                <a16:creationId xmlns:a16="http://schemas.microsoft.com/office/drawing/2014/main" id="{3FE3A8B1-2240-6757-E396-F5E9BD3A0938}"/>
              </a:ext>
            </a:extLst>
          </p:cNvPr>
          <p:cNvSpPr/>
          <p:nvPr/>
        </p:nvSpPr>
        <p:spPr>
          <a:xfrm>
            <a:off x="7117080" y="4953002"/>
            <a:ext cx="746760" cy="48005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5F6672"/>
                </a:solidFill>
                <a:effectLst/>
                <a:latin typeface="Calibri" panose="020F0502020204030204" pitchFamily="34" charset="0"/>
              </a:rPr>
              <a:t>Q2 25</a:t>
            </a:r>
          </a:p>
          <a:p>
            <a:pPr algn="ctr">
              <a:buNone/>
            </a:pPr>
            <a:r>
              <a:rPr lang="en-US" sz="1200">
                <a:solidFill>
                  <a:srgbClr val="14213D"/>
                </a:solidFill>
                <a:effectLst/>
                <a:latin typeface="Calibri" panose="020F0502020204030204" pitchFamily="34" charset="0"/>
              </a:rPr>
              <a:t>12.5%</a:t>
            </a:r>
            <a:endParaRPr lang="en-US"/>
          </a:p>
        </p:txBody>
      </p:sp>
      <p:sp>
        <p:nvSpPr>
          <p:cNvPr id="5749" name="bar3">
            <a:extLst>
              <a:ext uri="{FF2B5EF4-FFF2-40B4-BE49-F238E27FC236}">
                <a16:creationId xmlns:a16="http://schemas.microsoft.com/office/drawing/2014/main" id="{26C38987-E083-E29E-AA6F-CF8FDBBCB734}"/>
              </a:ext>
            </a:extLst>
          </p:cNvPr>
          <p:cNvSpPr/>
          <p:nvPr/>
        </p:nvSpPr>
        <p:spPr>
          <a:xfrm>
            <a:off x="8028127" y="2862930"/>
            <a:ext cx="418185" cy="2044352"/>
          </a:xfrm>
          <a:prstGeom prst="rect">
            <a:avLst/>
          </a:prstGeom>
          <a:solidFill>
            <a:srgbClr val="14213D"/>
          </a:solidFill>
          <a:ln w="3175">
            <a:solidFill>
              <a:srgbClr val="14213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12" name="barLab3">
            <a:extLst>
              <a:ext uri="{FF2B5EF4-FFF2-40B4-BE49-F238E27FC236}">
                <a16:creationId xmlns:a16="http://schemas.microsoft.com/office/drawing/2014/main" id="{B714F9D7-8322-76DF-056F-85D659451B16}"/>
              </a:ext>
            </a:extLst>
          </p:cNvPr>
          <p:cNvSpPr/>
          <p:nvPr/>
        </p:nvSpPr>
        <p:spPr>
          <a:xfrm>
            <a:off x="7863840" y="4953002"/>
            <a:ext cx="746760" cy="48005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5F6672"/>
                </a:solidFill>
                <a:effectLst/>
                <a:latin typeface="Calibri" panose="020F0502020204030204" pitchFamily="34" charset="0"/>
              </a:rPr>
              <a:t>Q3 25</a:t>
            </a:r>
          </a:p>
          <a:p>
            <a:pPr algn="ctr">
              <a:buNone/>
            </a:pPr>
            <a:r>
              <a:rPr lang="en-US" sz="1200">
                <a:solidFill>
                  <a:srgbClr val="14213D"/>
                </a:solidFill>
                <a:effectLst/>
                <a:latin typeface="Calibri" panose="020F0502020204030204" pitchFamily="34" charset="0"/>
              </a:rPr>
              <a:t>12.7%</a:t>
            </a:r>
            <a:endParaRPr lang="en-US"/>
          </a:p>
        </p:txBody>
      </p:sp>
      <p:sp>
        <p:nvSpPr>
          <p:cNvPr id="5876" name="bar4">
            <a:extLst>
              <a:ext uri="{FF2B5EF4-FFF2-40B4-BE49-F238E27FC236}">
                <a16:creationId xmlns:a16="http://schemas.microsoft.com/office/drawing/2014/main" id="{6169EA7C-BB7E-6866-62CA-BBB2529C6671}"/>
              </a:ext>
            </a:extLst>
          </p:cNvPr>
          <p:cNvSpPr/>
          <p:nvPr/>
        </p:nvSpPr>
        <p:spPr>
          <a:xfrm>
            <a:off x="8774887" y="2830736"/>
            <a:ext cx="418185" cy="2076546"/>
          </a:xfrm>
          <a:prstGeom prst="rect">
            <a:avLst/>
          </a:prstGeom>
          <a:solidFill>
            <a:srgbClr val="14213D"/>
          </a:solidFill>
          <a:ln w="3175">
            <a:solidFill>
              <a:srgbClr val="14213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41" name="barLab4">
            <a:extLst>
              <a:ext uri="{FF2B5EF4-FFF2-40B4-BE49-F238E27FC236}">
                <a16:creationId xmlns:a16="http://schemas.microsoft.com/office/drawing/2014/main" id="{F1803C9A-BB80-5098-5496-6D488BB60A4D}"/>
              </a:ext>
            </a:extLst>
          </p:cNvPr>
          <p:cNvSpPr/>
          <p:nvPr/>
        </p:nvSpPr>
        <p:spPr>
          <a:xfrm>
            <a:off x="8610600" y="4953002"/>
            <a:ext cx="746760" cy="48005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5F6672"/>
                </a:solidFill>
                <a:effectLst/>
                <a:latin typeface="Calibri" panose="020F0502020204030204" pitchFamily="34" charset="0"/>
              </a:rPr>
              <a:t>Q4 25</a:t>
            </a:r>
          </a:p>
          <a:p>
            <a:pPr algn="ctr">
              <a:buNone/>
            </a:pPr>
            <a:r>
              <a:rPr lang="en-US" sz="1200">
                <a:solidFill>
                  <a:srgbClr val="14213D"/>
                </a:solidFill>
                <a:effectLst/>
                <a:latin typeface="Calibri" panose="020F0502020204030204" pitchFamily="34" charset="0"/>
              </a:rPr>
              <a:t>12.9%</a:t>
            </a:r>
            <a:endParaRPr lang="en-US"/>
          </a:p>
        </p:txBody>
      </p:sp>
      <p:sp>
        <p:nvSpPr>
          <p:cNvPr id="6007" name="bar5">
            <a:extLst>
              <a:ext uri="{FF2B5EF4-FFF2-40B4-BE49-F238E27FC236}">
                <a16:creationId xmlns:a16="http://schemas.microsoft.com/office/drawing/2014/main" id="{937CFC1A-BDDD-90E4-2A78-0B705A3E723D}"/>
              </a:ext>
            </a:extLst>
          </p:cNvPr>
          <p:cNvSpPr/>
          <p:nvPr/>
        </p:nvSpPr>
        <p:spPr>
          <a:xfrm>
            <a:off x="9521647" y="2782444"/>
            <a:ext cx="418185" cy="2124838"/>
          </a:xfrm>
          <a:prstGeom prst="rect">
            <a:avLst/>
          </a:prstGeom>
          <a:solidFill>
            <a:srgbClr val="14213D"/>
          </a:solidFill>
          <a:ln w="3175">
            <a:solidFill>
              <a:srgbClr val="14213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074" name="barLab5">
            <a:extLst>
              <a:ext uri="{FF2B5EF4-FFF2-40B4-BE49-F238E27FC236}">
                <a16:creationId xmlns:a16="http://schemas.microsoft.com/office/drawing/2014/main" id="{35FF3E9C-56A8-F55E-7DF3-4FDD7FEB4A03}"/>
              </a:ext>
            </a:extLst>
          </p:cNvPr>
          <p:cNvSpPr/>
          <p:nvPr/>
        </p:nvSpPr>
        <p:spPr>
          <a:xfrm>
            <a:off x="9357360" y="4953002"/>
            <a:ext cx="746760" cy="48005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5F6672"/>
                </a:solidFill>
                <a:effectLst/>
                <a:latin typeface="Calibri" panose="020F0502020204030204" pitchFamily="34" charset="0"/>
              </a:rPr>
              <a:t>Q1 26</a:t>
            </a:r>
          </a:p>
          <a:p>
            <a:pPr algn="ctr">
              <a:buNone/>
            </a:pPr>
            <a:r>
              <a:rPr lang="en-US" sz="1200">
                <a:solidFill>
                  <a:srgbClr val="14213D"/>
                </a:solidFill>
                <a:effectLst/>
                <a:latin typeface="Calibri" panose="020F0502020204030204" pitchFamily="34" charset="0"/>
              </a:rPr>
              <a:t>13.2%</a:t>
            </a:r>
            <a:endParaRPr lang="en-US"/>
          </a:p>
        </p:txBody>
      </p:sp>
      <p:sp>
        <p:nvSpPr>
          <p:cNvPr id="6142" name="bar6">
            <a:extLst>
              <a:ext uri="{FF2B5EF4-FFF2-40B4-BE49-F238E27FC236}">
                <a16:creationId xmlns:a16="http://schemas.microsoft.com/office/drawing/2014/main" id="{4B33C160-7673-5F72-6950-527C012AECDA}"/>
              </a:ext>
            </a:extLst>
          </p:cNvPr>
          <p:cNvSpPr/>
          <p:nvPr/>
        </p:nvSpPr>
        <p:spPr>
          <a:xfrm>
            <a:off x="10268407" y="2750249"/>
            <a:ext cx="418185" cy="2157033"/>
          </a:xfrm>
          <a:prstGeom prst="rect">
            <a:avLst/>
          </a:prstGeom>
          <a:solidFill>
            <a:srgbClr val="14213D"/>
          </a:solidFill>
          <a:ln w="3175">
            <a:solidFill>
              <a:srgbClr val="14213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211" name="barLab6">
            <a:extLst>
              <a:ext uri="{FF2B5EF4-FFF2-40B4-BE49-F238E27FC236}">
                <a16:creationId xmlns:a16="http://schemas.microsoft.com/office/drawing/2014/main" id="{22D55BA5-9D79-367D-963E-521807E5C732}"/>
              </a:ext>
            </a:extLst>
          </p:cNvPr>
          <p:cNvSpPr/>
          <p:nvPr/>
        </p:nvSpPr>
        <p:spPr>
          <a:xfrm>
            <a:off x="10104120" y="4953002"/>
            <a:ext cx="746760" cy="48005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5F6672"/>
                </a:solidFill>
                <a:effectLst/>
                <a:latin typeface="Calibri" panose="020F0502020204030204" pitchFamily="34" charset="0"/>
              </a:rPr>
              <a:t>Q2 26</a:t>
            </a:r>
          </a:p>
          <a:p>
            <a:pPr algn="ctr">
              <a:buNone/>
            </a:pPr>
            <a:r>
              <a:rPr lang="en-US" sz="1200">
                <a:solidFill>
                  <a:srgbClr val="14213D"/>
                </a:solidFill>
                <a:effectLst/>
                <a:latin typeface="Calibri" panose="020F0502020204030204" pitchFamily="34" charset="0"/>
              </a:rPr>
              <a:t>13.4%</a:t>
            </a:r>
            <a:endParaRPr lang="en-US"/>
          </a:p>
        </p:txBody>
      </p:sp>
      <p:sp>
        <p:nvSpPr>
          <p:cNvPr id="6281" name="bar7">
            <a:extLst>
              <a:ext uri="{FF2B5EF4-FFF2-40B4-BE49-F238E27FC236}">
                <a16:creationId xmlns:a16="http://schemas.microsoft.com/office/drawing/2014/main" id="{EAC3A6E0-F024-9DA7-6BFD-7E6DA85A56B4}"/>
              </a:ext>
            </a:extLst>
          </p:cNvPr>
          <p:cNvSpPr/>
          <p:nvPr/>
        </p:nvSpPr>
        <p:spPr>
          <a:xfrm>
            <a:off x="11015167" y="2716445"/>
            <a:ext cx="418185" cy="2190837"/>
          </a:xfrm>
          <a:prstGeom prst="rect">
            <a:avLst/>
          </a:prstGeom>
          <a:solidFill>
            <a:srgbClr val="A6192E"/>
          </a:solidFill>
          <a:ln w="3175">
            <a:solidFill>
              <a:srgbClr val="A6192E"/>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52" name="barLab7">
            <a:extLst>
              <a:ext uri="{FF2B5EF4-FFF2-40B4-BE49-F238E27FC236}">
                <a16:creationId xmlns:a16="http://schemas.microsoft.com/office/drawing/2014/main" id="{1035D7D5-AB60-20B2-C0D5-A1E5A5E8A6C0}"/>
              </a:ext>
            </a:extLst>
          </p:cNvPr>
          <p:cNvSpPr/>
          <p:nvPr/>
        </p:nvSpPr>
        <p:spPr>
          <a:xfrm>
            <a:off x="10850880" y="4953002"/>
            <a:ext cx="746760" cy="48005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5F6672"/>
                </a:solidFill>
                <a:effectLst/>
                <a:latin typeface="Calibri" panose="020F0502020204030204" pitchFamily="34" charset="0"/>
              </a:rPr>
              <a:t>Q3 26</a:t>
            </a:r>
          </a:p>
          <a:p>
            <a:pPr algn="ctr">
              <a:buNone/>
            </a:pPr>
            <a:r>
              <a:rPr lang="en-US" sz="1200">
                <a:solidFill>
                  <a:srgbClr val="A6192E"/>
                </a:solidFill>
                <a:effectLst/>
                <a:latin typeface="Calibri" panose="020F0502020204030204" pitchFamily="34" charset="0"/>
              </a:rPr>
              <a:t>13.61%</a:t>
            </a:r>
            <a:endParaRPr lang="en-US"/>
          </a:p>
        </p:txBody>
      </p:sp>
      <p:sp>
        <p:nvSpPr>
          <p:cNvPr id="6424" name="chartCaption">
            <a:extLst>
              <a:ext uri="{FF2B5EF4-FFF2-40B4-BE49-F238E27FC236}">
                <a16:creationId xmlns:a16="http://schemas.microsoft.com/office/drawing/2014/main" id="{D90DCF40-2B99-5B11-ABB5-6A0503AEECD0}"/>
              </a:ext>
            </a:extLst>
          </p:cNvPr>
          <p:cNvSpPr/>
          <p:nvPr/>
        </p:nvSpPr>
        <p:spPr>
          <a:xfrm>
            <a:off x="5532120" y="5524500"/>
            <a:ext cx="6156960" cy="5105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B2F36"/>
                </a:solidFill>
                <a:effectLst/>
                <a:latin typeface="Calibri" panose="020F0502020204030204" pitchFamily="34" charset="0"/>
              </a:rPr>
              <a:t>Rising about 0.23 percentage points a quarter; a linear forecast reaches 14.56% by Q3 2027 with no new deals.</a:t>
            </a:r>
          </a:p>
          <a:p>
            <a:pPr algn="l">
              <a:buNone/>
            </a:pPr>
            <a:r>
              <a:rPr lang="en-US" sz="100">
                <a:effectLst/>
              </a:rPr>
              <a:t> </a:t>
            </a:r>
            <a:endParaRPr lang="en-US"/>
          </a:p>
        </p:txBody>
      </p:sp>
      <p:sp>
        <p:nvSpPr>
          <p:cNvPr id="6497" name="source6">
            <a:extLst>
              <a:ext uri="{FF2B5EF4-FFF2-40B4-BE49-F238E27FC236}">
                <a16:creationId xmlns:a16="http://schemas.microsoft.com/office/drawing/2014/main" id="{42756548-B17A-8A4B-40EC-49654CC0E997}"/>
              </a:ext>
            </a:extLst>
          </p:cNvPr>
          <p:cNvSpPr/>
          <p:nvPr/>
        </p:nvSpPr>
        <p:spPr>
          <a:xfrm>
            <a:off x="502920" y="6080760"/>
            <a:ext cx="1118616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F6672"/>
                </a:solidFill>
                <a:effectLst/>
                <a:latin typeface="Calibri" panose="020F0502020204030204" pitchFamily="34" charset="0"/>
              </a:rPr>
              <a:t>Source: Portfolio Performance Summary – Q3 2026; data at 30 September 2026 after data-quality corrections</a:t>
            </a:r>
          </a:p>
          <a:p>
            <a:pPr algn="l">
              <a:buNone/>
            </a:pPr>
            <a:r>
              <a:rPr lang="en-US" sz="100">
                <a:effectLst/>
              </a:rPr>
              <a:t> </a:t>
            </a:r>
            <a:endParaRPr lang="en-US"/>
          </a:p>
        </p:txBody>
      </p:sp>
    </p:spTree>
    <p:extLst>
      <p:ext uri="{BB962C8B-B14F-4D97-AF65-F5344CB8AC3E}">
        <p14:creationId xmlns:p14="http://schemas.microsoft.com/office/powerpoint/2010/main" val="9843913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571" name="label7">
            <a:extLst>
              <a:ext uri="{FF2B5EF4-FFF2-40B4-BE49-F238E27FC236}">
                <a16:creationId xmlns:a16="http://schemas.microsoft.com/office/drawing/2014/main" id="{C375611C-8113-C5CB-5309-AEB58796FFD4}"/>
              </a:ext>
            </a:extLst>
          </p:cNvPr>
          <p:cNvSpPr/>
          <p:nvPr/>
        </p:nvSpPr>
        <p:spPr>
          <a:xfrm>
            <a:off x="502920" y="457200"/>
            <a:ext cx="5486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F6672"/>
                </a:solidFill>
                <a:effectLst/>
                <a:latin typeface="Calibri" panose="020F0502020204030204" pitchFamily="34" charset="0"/>
              </a:rPr>
              <a:t>Example output – fictional training scenario</a:t>
            </a:r>
          </a:p>
          <a:p>
            <a:pPr algn="l">
              <a:buNone/>
            </a:pPr>
            <a:r>
              <a:rPr lang="en-US" sz="100">
                <a:effectLst/>
              </a:rPr>
              <a:t> </a:t>
            </a:r>
            <a:endParaRPr lang="en-US"/>
          </a:p>
        </p:txBody>
      </p:sp>
      <p:sp>
        <p:nvSpPr>
          <p:cNvPr id="6646" name="title7">
            <a:extLst>
              <a:ext uri="{FF2B5EF4-FFF2-40B4-BE49-F238E27FC236}">
                <a16:creationId xmlns:a16="http://schemas.microsoft.com/office/drawing/2014/main" id="{3B84FF8D-7DE1-FD45-5E8F-91D21171F6AB}"/>
              </a:ext>
            </a:extLst>
          </p:cNvPr>
          <p:cNvSpPr/>
          <p:nvPr/>
        </p:nvSpPr>
        <p:spPr>
          <a:xfrm>
            <a:off x="502920" y="777240"/>
            <a:ext cx="1118616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a:solidFill>
                  <a:srgbClr val="14213D"/>
                </a:solidFill>
                <a:effectLst/>
                <a:latin typeface="Georgia" panose="02040502050405020303" pitchFamily="18" charset="0"/>
              </a:rPr>
              <a:t>€250m balances appetite and return</a:t>
            </a:r>
          </a:p>
          <a:p>
            <a:pPr algn="l">
              <a:buNone/>
            </a:pPr>
            <a:r>
              <a:rPr lang="en-US" sz="100">
                <a:effectLst/>
              </a:rPr>
              <a:t> </a:t>
            </a:r>
            <a:endParaRPr lang="en-US"/>
          </a:p>
        </p:txBody>
      </p:sp>
      <p:sp>
        <p:nvSpPr>
          <p:cNvPr id="7375" name="source7">
            <a:extLst>
              <a:ext uri="{FF2B5EF4-FFF2-40B4-BE49-F238E27FC236}">
                <a16:creationId xmlns:a16="http://schemas.microsoft.com/office/drawing/2014/main" id="{84BAB69D-B23C-1934-590B-D50C4F62A9CD}"/>
              </a:ext>
            </a:extLst>
          </p:cNvPr>
          <p:cNvSpPr/>
          <p:nvPr/>
        </p:nvSpPr>
        <p:spPr>
          <a:xfrm>
            <a:off x="502920" y="6080760"/>
            <a:ext cx="1118616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F6672"/>
                </a:solidFill>
                <a:effectLst/>
                <a:latin typeface="Calibri" panose="020F0502020204030204" pitchFamily="34" charset="0"/>
              </a:rPr>
              <a:t>Source: Portfolio Performance Summary – Q3 2026; single-name limit €500m (BBB band); pipeline = deals ≥70% likely</a:t>
            </a:r>
          </a:p>
          <a:p>
            <a:pPr algn="l">
              <a:buNone/>
            </a:pPr>
            <a:r>
              <a:rPr lang="en-US" sz="100">
                <a:effectLst/>
              </a:rPr>
              <a:t> </a:t>
            </a:r>
            <a:endParaRPr lang="en-US"/>
          </a:p>
        </p:txBody>
      </p:sp>
      <p:graphicFrame>
        <p:nvGraphicFramePr>
          <p:cNvPr id="11" name="Table 10">
            <a:extLst>
              <a:ext uri="{FF2B5EF4-FFF2-40B4-BE49-F238E27FC236}">
                <a16:creationId xmlns:a16="http://schemas.microsoft.com/office/drawing/2014/main" id="{0F67E4F4-7AAB-4467-9934-91AD26CECA73}"/>
              </a:ext>
            </a:extLst>
          </p:cNvPr>
          <p:cNvGraphicFramePr>
            <a:graphicFrameLocks noGrp="1"/>
          </p:cNvGraphicFramePr>
          <p:nvPr/>
        </p:nvGraphicFramePr>
        <p:xfrm>
          <a:off x="594360" y="1965960"/>
          <a:ext cx="8128000" cy="2316480"/>
        </p:xfrm>
        <a:graphic>
          <a:graphicData uri="http://schemas.openxmlformats.org/drawingml/2006/table">
            <a:tbl>
              <a:tblPr bandRow="1">
                <a:tableStyleId>{5C22544A-7EE6-4342-B048-85BDC9FD1C3A}</a:tableStyleId>
              </a:tblPr>
              <a:tblGrid>
                <a:gridCol w="2032000">
                  <a:extLst>
                    <a:ext uri="{9D8B030D-6E8A-4147-A177-3AD203B41FA5}">
                      <a16:colId xmlns:a16="http://schemas.microsoft.com/office/drawing/2014/main" val="4189861393"/>
                    </a:ext>
                  </a:extLst>
                </a:gridCol>
                <a:gridCol w="2032000">
                  <a:extLst>
                    <a:ext uri="{9D8B030D-6E8A-4147-A177-3AD203B41FA5}">
                      <a16:colId xmlns:a16="http://schemas.microsoft.com/office/drawing/2014/main" val="2159041236"/>
                    </a:ext>
                  </a:extLst>
                </a:gridCol>
                <a:gridCol w="2032000">
                  <a:extLst>
                    <a:ext uri="{9D8B030D-6E8A-4147-A177-3AD203B41FA5}">
                      <a16:colId xmlns:a16="http://schemas.microsoft.com/office/drawing/2014/main" val="3230155618"/>
                    </a:ext>
                  </a:extLst>
                </a:gridCol>
                <a:gridCol w="2032000">
                  <a:extLst>
                    <a:ext uri="{9D8B030D-6E8A-4147-A177-3AD203B41FA5}">
                      <a16:colId xmlns:a16="http://schemas.microsoft.com/office/drawing/2014/main" val="2477578041"/>
                    </a:ext>
                  </a:extLst>
                </a:gridCol>
              </a:tblGrid>
              <a:tr h="0">
                <a:tc>
                  <a:txBody>
                    <a:bodyPr/>
                    <a:lstStyle/>
                    <a:p>
                      <a:pPr>
                        <a:buNone/>
                      </a:pPr>
                      <a:r>
                        <a:rPr lang="en-US" sz="1300" b="1">
                          <a:solidFill>
                            <a:srgbClr val="FFFFFF"/>
                          </a:solidFill>
                          <a:effectLst/>
                          <a:latin typeface="Calibri" panose="020F0502020204030204" pitchFamily="34" charset="0"/>
                        </a:rPr>
                        <a:t>Final hold</a:t>
                      </a:r>
                    </a:p>
                  </a:txBody>
                  <a:tcPr anchor="ctr">
                    <a:lnL>
                      <a:noFill/>
                    </a:lnL>
                    <a:lnR>
                      <a:noFill/>
                    </a:lnR>
                    <a:lnT>
                      <a:noFill/>
                    </a:lnT>
                    <a:lnB>
                      <a:noFill/>
                    </a:lnB>
                    <a:solidFill>
                      <a:srgbClr val="14213D"/>
                    </a:solidFill>
                  </a:tcPr>
                </a:tc>
                <a:tc>
                  <a:txBody>
                    <a:bodyPr/>
                    <a:lstStyle/>
                    <a:p>
                      <a:pPr>
                        <a:buNone/>
                      </a:pPr>
                      <a:r>
                        <a:rPr lang="en-US" sz="1300" b="1">
                          <a:solidFill>
                            <a:srgbClr val="FFFFFF"/>
                          </a:solidFill>
                          <a:effectLst/>
                          <a:latin typeface="Calibri" panose="020F0502020204030204" pitchFamily="34" charset="0"/>
                        </a:rPr>
                        <a:t>€200m</a:t>
                      </a:r>
                    </a:p>
                  </a:txBody>
                  <a:tcPr anchor="ctr">
                    <a:lnL>
                      <a:noFill/>
                    </a:lnL>
                    <a:lnR>
                      <a:noFill/>
                    </a:lnR>
                    <a:lnT>
                      <a:noFill/>
                    </a:lnT>
                    <a:lnB>
                      <a:noFill/>
                    </a:lnB>
                    <a:solidFill>
                      <a:srgbClr val="14213D"/>
                    </a:solidFill>
                  </a:tcPr>
                </a:tc>
                <a:tc>
                  <a:txBody>
                    <a:bodyPr/>
                    <a:lstStyle/>
                    <a:p>
                      <a:pPr>
                        <a:buNone/>
                      </a:pPr>
                      <a:r>
                        <a:rPr lang="en-US" sz="1300" b="1">
                          <a:solidFill>
                            <a:srgbClr val="FFFFFF"/>
                          </a:solidFill>
                          <a:effectLst/>
                          <a:latin typeface="Calibri" panose="020F0502020204030204" pitchFamily="34" charset="0"/>
                        </a:rPr>
                        <a:t>€250m</a:t>
                      </a:r>
                    </a:p>
                  </a:txBody>
                  <a:tcPr anchor="ctr">
                    <a:lnL>
                      <a:noFill/>
                    </a:lnL>
                    <a:lnR>
                      <a:noFill/>
                    </a:lnR>
                    <a:lnT>
                      <a:noFill/>
                    </a:lnT>
                    <a:lnB>
                      <a:noFill/>
                    </a:lnB>
                    <a:solidFill>
                      <a:srgbClr val="14213D"/>
                    </a:solidFill>
                  </a:tcPr>
                </a:tc>
                <a:tc>
                  <a:txBody>
                    <a:bodyPr/>
                    <a:lstStyle/>
                    <a:p>
                      <a:pPr>
                        <a:buNone/>
                      </a:pPr>
                      <a:r>
                        <a:rPr lang="en-US" sz="1300" b="1">
                          <a:solidFill>
                            <a:srgbClr val="FFFFFF"/>
                          </a:solidFill>
                          <a:effectLst/>
                          <a:latin typeface="Calibri" panose="020F0502020204030204" pitchFamily="34" charset="0"/>
                        </a:rPr>
                        <a:t>€300m</a:t>
                      </a:r>
                    </a:p>
                  </a:txBody>
                  <a:tcPr anchor="ctr">
                    <a:lnL>
                      <a:noFill/>
                    </a:lnL>
                    <a:lnR>
                      <a:noFill/>
                    </a:lnR>
                    <a:lnT>
                      <a:noFill/>
                    </a:lnT>
                    <a:lnB>
                      <a:noFill/>
                    </a:lnB>
                    <a:solidFill>
                      <a:srgbClr val="14213D"/>
                    </a:solidFill>
                  </a:tcPr>
                </a:tc>
                <a:extLst>
                  <a:ext uri="{0D108BD9-81ED-4DB2-BD59-A6C34878D82A}">
                    <a16:rowId xmlns:a16="http://schemas.microsoft.com/office/drawing/2014/main" val="3913434538"/>
                  </a:ext>
                </a:extLst>
              </a:tr>
              <a:tr h="0">
                <a:tc>
                  <a:txBody>
                    <a:bodyPr/>
                    <a:lstStyle/>
                    <a:p>
                      <a:pPr>
                        <a:buNone/>
                      </a:pPr>
                      <a:r>
                        <a:rPr lang="en-US" sz="1300">
                          <a:effectLst/>
                          <a:latin typeface="Calibri" panose="020F0502020204030204" pitchFamily="34" charset="0"/>
                        </a:rPr>
                        <a:t>Industrials share*</a:t>
                      </a:r>
                    </a:p>
                  </a:txBody>
                  <a:tcPr anchor="ctr">
                    <a:lnL>
                      <a:noFill/>
                    </a:lnL>
                    <a:lnR>
                      <a:noFill/>
                    </a:lnR>
                    <a:lnT>
                      <a:noFill/>
                    </a:lnT>
                    <a:lnB>
                      <a:noFill/>
                    </a:lnB>
                    <a:noFill/>
                  </a:tcPr>
                </a:tc>
                <a:tc>
                  <a:txBody>
                    <a:bodyPr/>
                    <a:lstStyle/>
                    <a:p>
                      <a:pPr>
                        <a:buNone/>
                      </a:pPr>
                      <a:r>
                        <a:rPr lang="en-US" sz="1300">
                          <a:effectLst/>
                          <a:latin typeface="Calibri" panose="020F0502020204030204" pitchFamily="34" charset="0"/>
                        </a:rPr>
                        <a:t>14.76%</a:t>
                      </a:r>
                    </a:p>
                  </a:txBody>
                  <a:tcPr anchor="ctr">
                    <a:lnL>
                      <a:noFill/>
                    </a:lnL>
                    <a:lnR>
                      <a:noFill/>
                    </a:lnR>
                    <a:lnT>
                      <a:noFill/>
                    </a:lnT>
                    <a:lnB>
                      <a:noFill/>
                    </a:lnB>
                    <a:noFill/>
                  </a:tcPr>
                </a:tc>
                <a:tc>
                  <a:txBody>
                    <a:bodyPr/>
                    <a:lstStyle/>
                    <a:p>
                      <a:pPr>
                        <a:buNone/>
                      </a:pPr>
                      <a:r>
                        <a:rPr lang="en-US" sz="1300">
                          <a:effectLst/>
                          <a:latin typeface="Calibri" panose="020F0502020204030204" pitchFamily="34" charset="0"/>
                        </a:rPr>
                        <a:t>14.90%</a:t>
                      </a:r>
                    </a:p>
                  </a:txBody>
                  <a:tcPr anchor="ctr">
                    <a:lnL>
                      <a:noFill/>
                    </a:lnL>
                    <a:lnR>
                      <a:noFill/>
                    </a:lnR>
                    <a:lnT>
                      <a:noFill/>
                    </a:lnT>
                    <a:lnB>
                      <a:noFill/>
                    </a:lnB>
                    <a:noFill/>
                  </a:tcPr>
                </a:tc>
                <a:tc>
                  <a:txBody>
                    <a:bodyPr/>
                    <a:lstStyle/>
                    <a:p>
                      <a:pPr>
                        <a:buNone/>
                      </a:pPr>
                      <a:r>
                        <a:rPr lang="en-US" sz="1300">
                          <a:effectLst/>
                          <a:latin typeface="Calibri" panose="020F0502020204030204" pitchFamily="34" charset="0"/>
                        </a:rPr>
                        <a:t>15.05%</a:t>
                      </a:r>
                    </a:p>
                  </a:txBody>
                  <a:tcPr anchor="ctr">
                    <a:lnL>
                      <a:noFill/>
                    </a:lnL>
                    <a:lnR>
                      <a:noFill/>
                    </a:lnR>
                    <a:lnT>
                      <a:noFill/>
                    </a:lnT>
                    <a:lnB>
                      <a:noFill/>
                    </a:lnB>
                    <a:noFill/>
                  </a:tcPr>
                </a:tc>
                <a:extLst>
                  <a:ext uri="{0D108BD9-81ED-4DB2-BD59-A6C34878D82A}">
                    <a16:rowId xmlns:a16="http://schemas.microsoft.com/office/drawing/2014/main" val="174786287"/>
                  </a:ext>
                </a:extLst>
              </a:tr>
              <a:tr h="0">
                <a:tc>
                  <a:txBody>
                    <a:bodyPr/>
                    <a:lstStyle/>
                    <a:p>
                      <a:pPr>
                        <a:buNone/>
                      </a:pPr>
                      <a:r>
                        <a:rPr lang="en-US" sz="1300">
                          <a:effectLst/>
                          <a:latin typeface="Calibri" panose="020F0502020204030204" pitchFamily="34" charset="0"/>
                        </a:rPr>
                        <a:t>Status vs 15% limit</a:t>
                      </a:r>
                    </a:p>
                  </a:txBody>
                  <a:tcPr anchor="ctr">
                    <a:lnL>
                      <a:noFill/>
                    </a:lnL>
                    <a:lnR>
                      <a:noFill/>
                    </a:lnR>
                    <a:lnT>
                      <a:noFill/>
                    </a:lnT>
                    <a:lnB>
                      <a:noFill/>
                    </a:lnB>
                    <a:solidFill>
                      <a:srgbClr val="E8E9EC"/>
                    </a:solidFill>
                  </a:tcPr>
                </a:tc>
                <a:tc>
                  <a:txBody>
                    <a:bodyPr/>
                    <a:lstStyle/>
                    <a:p>
                      <a:pPr>
                        <a:buNone/>
                      </a:pPr>
                      <a:r>
                        <a:rPr lang="en-US" sz="1300">
                          <a:effectLst/>
                          <a:latin typeface="Calibri" panose="020F0502020204030204" pitchFamily="34" charset="0"/>
                        </a:rPr>
                        <a:t>Early warning</a:t>
                      </a:r>
                    </a:p>
                  </a:txBody>
                  <a:tcPr anchor="ctr">
                    <a:lnL>
                      <a:noFill/>
                    </a:lnL>
                    <a:lnR>
                      <a:noFill/>
                    </a:lnR>
                    <a:lnT>
                      <a:noFill/>
                    </a:lnT>
                    <a:lnB>
                      <a:noFill/>
                    </a:lnB>
                    <a:solidFill>
                      <a:srgbClr val="E8E9EC"/>
                    </a:solidFill>
                  </a:tcPr>
                </a:tc>
                <a:tc>
                  <a:txBody>
                    <a:bodyPr/>
                    <a:lstStyle/>
                    <a:p>
                      <a:pPr>
                        <a:buNone/>
                      </a:pPr>
                      <a:r>
                        <a:rPr lang="en-US" sz="1300">
                          <a:effectLst/>
                          <a:latin typeface="Calibri" panose="020F0502020204030204" pitchFamily="34" charset="0"/>
                        </a:rPr>
                        <a:t>Early warning</a:t>
                      </a:r>
                    </a:p>
                  </a:txBody>
                  <a:tcPr anchor="ctr">
                    <a:lnL>
                      <a:noFill/>
                    </a:lnL>
                    <a:lnR>
                      <a:noFill/>
                    </a:lnR>
                    <a:lnT>
                      <a:noFill/>
                    </a:lnT>
                    <a:lnB>
                      <a:noFill/>
                    </a:lnB>
                    <a:solidFill>
                      <a:srgbClr val="E8E9EC"/>
                    </a:solidFill>
                  </a:tcPr>
                </a:tc>
                <a:tc>
                  <a:txBody>
                    <a:bodyPr/>
                    <a:lstStyle/>
                    <a:p>
                      <a:pPr>
                        <a:buNone/>
                      </a:pPr>
                      <a:r>
                        <a:rPr lang="en-US" sz="1300">
                          <a:effectLst/>
                          <a:latin typeface="Calibri" panose="020F0502020204030204" pitchFamily="34" charset="0"/>
                        </a:rPr>
                        <a:t>Breach</a:t>
                      </a:r>
                    </a:p>
                  </a:txBody>
                  <a:tcPr anchor="ctr">
                    <a:lnL>
                      <a:noFill/>
                    </a:lnL>
                    <a:lnR>
                      <a:noFill/>
                    </a:lnR>
                    <a:lnT>
                      <a:noFill/>
                    </a:lnT>
                    <a:lnB>
                      <a:noFill/>
                    </a:lnB>
                    <a:solidFill>
                      <a:srgbClr val="E8E9EC"/>
                    </a:solidFill>
                  </a:tcPr>
                </a:tc>
                <a:extLst>
                  <a:ext uri="{0D108BD9-81ED-4DB2-BD59-A6C34878D82A}">
                    <a16:rowId xmlns:a16="http://schemas.microsoft.com/office/drawing/2014/main" val="1442406424"/>
                  </a:ext>
                </a:extLst>
              </a:tr>
              <a:tr h="0">
                <a:tc>
                  <a:txBody>
                    <a:bodyPr/>
                    <a:lstStyle/>
                    <a:p>
                      <a:pPr>
                        <a:buNone/>
                      </a:pPr>
                      <a:r>
                        <a:rPr lang="en-US" sz="1300">
                          <a:effectLst/>
                          <a:latin typeface="Calibri" panose="020F0502020204030204" pitchFamily="34" charset="0"/>
                        </a:rPr>
                        <a:t>Fabrikam exposure</a:t>
                      </a:r>
                    </a:p>
                  </a:txBody>
                  <a:tcPr anchor="ctr">
                    <a:lnL>
                      <a:noFill/>
                    </a:lnL>
                    <a:lnR>
                      <a:noFill/>
                    </a:lnR>
                    <a:lnT>
                      <a:noFill/>
                    </a:lnT>
                    <a:lnB>
                      <a:noFill/>
                    </a:lnB>
                    <a:noFill/>
                  </a:tcPr>
                </a:tc>
                <a:tc>
                  <a:txBody>
                    <a:bodyPr/>
                    <a:lstStyle/>
                    <a:p>
                      <a:pPr>
                        <a:buNone/>
                      </a:pPr>
                      <a:r>
                        <a:rPr lang="en-US" sz="1300">
                          <a:effectLst/>
                          <a:latin typeface="Calibri" panose="020F0502020204030204" pitchFamily="34" charset="0"/>
                        </a:rPr>
                        <a:t>€390m</a:t>
                      </a:r>
                    </a:p>
                  </a:txBody>
                  <a:tcPr anchor="ctr">
                    <a:lnL>
                      <a:noFill/>
                    </a:lnL>
                    <a:lnR>
                      <a:noFill/>
                    </a:lnR>
                    <a:lnT>
                      <a:noFill/>
                    </a:lnT>
                    <a:lnB>
                      <a:noFill/>
                    </a:lnB>
                    <a:noFill/>
                  </a:tcPr>
                </a:tc>
                <a:tc>
                  <a:txBody>
                    <a:bodyPr/>
                    <a:lstStyle/>
                    <a:p>
                      <a:pPr>
                        <a:buNone/>
                      </a:pPr>
                      <a:r>
                        <a:rPr lang="en-US" sz="1300">
                          <a:effectLst/>
                          <a:latin typeface="Calibri" panose="020F0502020204030204" pitchFamily="34" charset="0"/>
                        </a:rPr>
                        <a:t>€440m</a:t>
                      </a:r>
                    </a:p>
                  </a:txBody>
                  <a:tcPr anchor="ctr">
                    <a:lnL>
                      <a:noFill/>
                    </a:lnL>
                    <a:lnR>
                      <a:noFill/>
                    </a:lnR>
                    <a:lnT>
                      <a:noFill/>
                    </a:lnT>
                    <a:lnB>
                      <a:noFill/>
                    </a:lnB>
                    <a:noFill/>
                  </a:tcPr>
                </a:tc>
                <a:tc>
                  <a:txBody>
                    <a:bodyPr/>
                    <a:lstStyle/>
                    <a:p>
                      <a:pPr>
                        <a:buNone/>
                      </a:pPr>
                      <a:r>
                        <a:rPr lang="en-US" sz="1300">
                          <a:effectLst/>
                          <a:latin typeface="Calibri" panose="020F0502020204030204" pitchFamily="34" charset="0"/>
                        </a:rPr>
                        <a:t>€490m</a:t>
                      </a:r>
                    </a:p>
                  </a:txBody>
                  <a:tcPr anchor="ctr">
                    <a:lnL>
                      <a:noFill/>
                    </a:lnL>
                    <a:lnR>
                      <a:noFill/>
                    </a:lnR>
                    <a:lnT>
                      <a:noFill/>
                    </a:lnT>
                    <a:lnB>
                      <a:noFill/>
                    </a:lnB>
                    <a:noFill/>
                  </a:tcPr>
                </a:tc>
                <a:extLst>
                  <a:ext uri="{0D108BD9-81ED-4DB2-BD59-A6C34878D82A}">
                    <a16:rowId xmlns:a16="http://schemas.microsoft.com/office/drawing/2014/main" val="1858095536"/>
                  </a:ext>
                </a:extLst>
              </a:tr>
              <a:tr h="0">
                <a:tc>
                  <a:txBody>
                    <a:bodyPr/>
                    <a:lstStyle/>
                    <a:p>
                      <a:pPr>
                        <a:buNone/>
                      </a:pPr>
                      <a:r>
                        <a:rPr lang="en-US" sz="1300">
                          <a:effectLst/>
                          <a:latin typeface="Calibri" panose="020F0502020204030204" pitchFamily="34" charset="0"/>
                        </a:rPr>
                        <a:t>Single-name limit used</a:t>
                      </a:r>
                    </a:p>
                  </a:txBody>
                  <a:tcPr anchor="ctr">
                    <a:lnL>
                      <a:noFill/>
                    </a:lnL>
                    <a:lnR>
                      <a:noFill/>
                    </a:lnR>
                    <a:lnT>
                      <a:noFill/>
                    </a:lnT>
                    <a:lnB>
                      <a:noFill/>
                    </a:lnB>
                    <a:solidFill>
                      <a:srgbClr val="E8E9EC"/>
                    </a:solidFill>
                  </a:tcPr>
                </a:tc>
                <a:tc>
                  <a:txBody>
                    <a:bodyPr/>
                    <a:lstStyle/>
                    <a:p>
                      <a:pPr>
                        <a:buNone/>
                      </a:pPr>
                      <a:r>
                        <a:rPr lang="en-US" sz="1300">
                          <a:effectLst/>
                          <a:latin typeface="Calibri" panose="020F0502020204030204" pitchFamily="34" charset="0"/>
                        </a:rPr>
                        <a:t>78.0%</a:t>
                      </a:r>
                    </a:p>
                  </a:txBody>
                  <a:tcPr anchor="ctr">
                    <a:lnL>
                      <a:noFill/>
                    </a:lnL>
                    <a:lnR>
                      <a:noFill/>
                    </a:lnR>
                    <a:lnT>
                      <a:noFill/>
                    </a:lnT>
                    <a:lnB>
                      <a:noFill/>
                    </a:lnB>
                    <a:solidFill>
                      <a:srgbClr val="E8E9EC"/>
                    </a:solidFill>
                  </a:tcPr>
                </a:tc>
                <a:tc>
                  <a:txBody>
                    <a:bodyPr/>
                    <a:lstStyle/>
                    <a:p>
                      <a:pPr>
                        <a:buNone/>
                      </a:pPr>
                      <a:r>
                        <a:rPr lang="en-US" sz="1300">
                          <a:effectLst/>
                          <a:latin typeface="Calibri" panose="020F0502020204030204" pitchFamily="34" charset="0"/>
                        </a:rPr>
                        <a:t>88.0%</a:t>
                      </a:r>
                    </a:p>
                  </a:txBody>
                  <a:tcPr anchor="ctr">
                    <a:lnL>
                      <a:noFill/>
                    </a:lnL>
                    <a:lnR>
                      <a:noFill/>
                    </a:lnR>
                    <a:lnT>
                      <a:noFill/>
                    </a:lnT>
                    <a:lnB>
                      <a:noFill/>
                    </a:lnB>
                    <a:solidFill>
                      <a:srgbClr val="E8E9EC"/>
                    </a:solidFill>
                  </a:tcPr>
                </a:tc>
                <a:tc>
                  <a:txBody>
                    <a:bodyPr/>
                    <a:lstStyle/>
                    <a:p>
                      <a:pPr>
                        <a:buNone/>
                      </a:pPr>
                      <a:r>
                        <a:rPr lang="en-US" sz="1300">
                          <a:effectLst/>
                          <a:latin typeface="Calibri" panose="020F0502020204030204" pitchFamily="34" charset="0"/>
                        </a:rPr>
                        <a:t>98.0%</a:t>
                      </a:r>
                    </a:p>
                  </a:txBody>
                  <a:tcPr anchor="ctr">
                    <a:lnL>
                      <a:noFill/>
                    </a:lnL>
                    <a:lnR>
                      <a:noFill/>
                    </a:lnR>
                    <a:lnT>
                      <a:noFill/>
                    </a:lnT>
                    <a:lnB>
                      <a:noFill/>
                    </a:lnB>
                    <a:solidFill>
                      <a:srgbClr val="E8E9EC"/>
                    </a:solidFill>
                  </a:tcPr>
                </a:tc>
                <a:extLst>
                  <a:ext uri="{0D108BD9-81ED-4DB2-BD59-A6C34878D82A}">
                    <a16:rowId xmlns:a16="http://schemas.microsoft.com/office/drawing/2014/main" val="4088368066"/>
                  </a:ext>
                </a:extLst>
              </a:tr>
              <a:tr h="0">
                <a:tc>
                  <a:txBody>
                    <a:bodyPr/>
                    <a:lstStyle/>
                    <a:p>
                      <a:pPr>
                        <a:buNone/>
                      </a:pPr>
                      <a:r>
                        <a:rPr lang="en-US" sz="1300">
                          <a:effectLst/>
                          <a:latin typeface="Calibri" panose="020F0502020204030204" pitchFamily="34" charset="0"/>
                        </a:rPr>
                        <a:t>Relationship revenue</a:t>
                      </a:r>
                    </a:p>
                  </a:txBody>
                  <a:tcPr anchor="ctr">
                    <a:lnL>
                      <a:noFill/>
                    </a:lnL>
                    <a:lnR>
                      <a:noFill/>
                    </a:lnR>
                    <a:lnT>
                      <a:noFill/>
                    </a:lnT>
                    <a:lnB>
                      <a:noFill/>
                    </a:lnB>
                    <a:noFill/>
                  </a:tcPr>
                </a:tc>
                <a:tc>
                  <a:txBody>
                    <a:bodyPr/>
                    <a:lstStyle/>
                    <a:p>
                      <a:pPr>
                        <a:buNone/>
                      </a:pPr>
                      <a:r>
                        <a:rPr lang="en-US" sz="1300">
                          <a:effectLst/>
                          <a:latin typeface="Calibri" panose="020F0502020204030204" pitchFamily="34" charset="0"/>
                        </a:rPr>
                        <a:t>€3.86m</a:t>
                      </a:r>
                    </a:p>
                  </a:txBody>
                  <a:tcPr anchor="ctr">
                    <a:lnL>
                      <a:noFill/>
                    </a:lnL>
                    <a:lnR>
                      <a:noFill/>
                    </a:lnR>
                    <a:lnT>
                      <a:noFill/>
                    </a:lnT>
                    <a:lnB>
                      <a:noFill/>
                    </a:lnB>
                    <a:noFill/>
                  </a:tcPr>
                </a:tc>
                <a:tc>
                  <a:txBody>
                    <a:bodyPr/>
                    <a:lstStyle/>
                    <a:p>
                      <a:pPr>
                        <a:buNone/>
                      </a:pPr>
                      <a:r>
                        <a:rPr lang="en-US" sz="1300">
                          <a:effectLst/>
                          <a:latin typeface="Calibri" panose="020F0502020204030204" pitchFamily="34" charset="0"/>
                        </a:rPr>
                        <a:t>€5.11m</a:t>
                      </a:r>
                    </a:p>
                  </a:txBody>
                  <a:tcPr anchor="ctr">
                    <a:lnL>
                      <a:noFill/>
                    </a:lnL>
                    <a:lnR>
                      <a:noFill/>
                    </a:lnR>
                    <a:lnT>
                      <a:noFill/>
                    </a:lnT>
                    <a:lnB>
                      <a:noFill/>
                    </a:lnB>
                    <a:noFill/>
                  </a:tcPr>
                </a:tc>
                <a:tc>
                  <a:txBody>
                    <a:bodyPr/>
                    <a:lstStyle/>
                    <a:p>
                      <a:pPr>
                        <a:buNone/>
                      </a:pPr>
                      <a:r>
                        <a:rPr lang="en-US" sz="1300">
                          <a:effectLst/>
                          <a:latin typeface="Calibri" panose="020F0502020204030204" pitchFamily="34" charset="0"/>
                        </a:rPr>
                        <a:t>€5.75m</a:t>
                      </a:r>
                    </a:p>
                  </a:txBody>
                  <a:tcPr anchor="ctr">
                    <a:lnL>
                      <a:noFill/>
                    </a:lnL>
                    <a:lnR>
                      <a:noFill/>
                    </a:lnR>
                    <a:lnT>
                      <a:noFill/>
                    </a:lnT>
                    <a:lnB>
                      <a:noFill/>
                    </a:lnB>
                    <a:noFill/>
                  </a:tcPr>
                </a:tc>
                <a:extLst>
                  <a:ext uri="{0D108BD9-81ED-4DB2-BD59-A6C34878D82A}">
                    <a16:rowId xmlns:a16="http://schemas.microsoft.com/office/drawing/2014/main" val="4079288256"/>
                  </a:ext>
                </a:extLst>
              </a:tr>
              <a:tr h="0">
                <a:tc>
                  <a:txBody>
                    <a:bodyPr/>
                    <a:lstStyle/>
                    <a:p>
                      <a:pPr>
                        <a:buNone/>
                      </a:pPr>
                      <a:r>
                        <a:rPr lang="en-US" sz="1300">
                          <a:effectLst/>
                          <a:latin typeface="Calibri" panose="020F0502020204030204" pitchFamily="34" charset="0"/>
                        </a:rPr>
                        <a:t>RoRWA incl. ancillary</a:t>
                      </a:r>
                    </a:p>
                  </a:txBody>
                  <a:tcPr anchor="ctr">
                    <a:lnL>
                      <a:noFill/>
                    </a:lnL>
                    <a:lnR>
                      <a:noFill/>
                    </a:lnR>
                    <a:lnT>
                      <a:noFill/>
                    </a:lnT>
                    <a:lnB>
                      <a:noFill/>
                    </a:lnB>
                    <a:solidFill>
                      <a:srgbClr val="E8E9EC"/>
                    </a:solidFill>
                  </a:tcPr>
                </a:tc>
                <a:tc>
                  <a:txBody>
                    <a:bodyPr/>
                    <a:lstStyle/>
                    <a:p>
                      <a:pPr>
                        <a:buNone/>
                      </a:pPr>
                      <a:r>
                        <a:rPr lang="en-US" sz="1300">
                          <a:effectLst/>
                          <a:latin typeface="Calibri" panose="020F0502020204030204" pitchFamily="34" charset="0"/>
                        </a:rPr>
                        <a:t>3.03%</a:t>
                      </a:r>
                    </a:p>
                  </a:txBody>
                  <a:tcPr anchor="ctr">
                    <a:lnL>
                      <a:noFill/>
                    </a:lnL>
                    <a:lnR>
                      <a:noFill/>
                    </a:lnR>
                    <a:lnT>
                      <a:noFill/>
                    </a:lnT>
                    <a:lnB>
                      <a:noFill/>
                    </a:lnB>
                    <a:solidFill>
                      <a:srgbClr val="E8E9EC"/>
                    </a:solidFill>
                  </a:tcPr>
                </a:tc>
                <a:tc>
                  <a:txBody>
                    <a:bodyPr/>
                    <a:lstStyle/>
                    <a:p>
                      <a:pPr>
                        <a:buNone/>
                      </a:pPr>
                      <a:r>
                        <a:rPr lang="en-US" sz="1300">
                          <a:effectLst/>
                          <a:latin typeface="Calibri" panose="020F0502020204030204" pitchFamily="34" charset="0"/>
                        </a:rPr>
                        <a:t>3.20%</a:t>
                      </a:r>
                    </a:p>
                  </a:txBody>
                  <a:tcPr anchor="ctr">
                    <a:lnL>
                      <a:noFill/>
                    </a:lnL>
                    <a:lnR>
                      <a:noFill/>
                    </a:lnR>
                    <a:lnT>
                      <a:noFill/>
                    </a:lnT>
                    <a:lnB>
                      <a:noFill/>
                    </a:lnB>
                    <a:solidFill>
                      <a:srgbClr val="E8E9EC"/>
                    </a:solidFill>
                  </a:tcPr>
                </a:tc>
                <a:tc>
                  <a:txBody>
                    <a:bodyPr/>
                    <a:lstStyle/>
                    <a:p>
                      <a:pPr>
                        <a:buNone/>
                      </a:pPr>
                      <a:r>
                        <a:rPr lang="en-US" sz="1300">
                          <a:effectLst/>
                          <a:latin typeface="Calibri" panose="020F0502020204030204" pitchFamily="34" charset="0"/>
                        </a:rPr>
                        <a:t>3.00%</a:t>
                      </a:r>
                    </a:p>
                  </a:txBody>
                  <a:tcPr anchor="ctr">
                    <a:lnL>
                      <a:noFill/>
                    </a:lnL>
                    <a:lnR>
                      <a:noFill/>
                    </a:lnR>
                    <a:lnT>
                      <a:noFill/>
                    </a:lnT>
                    <a:lnB>
                      <a:noFill/>
                    </a:lnB>
                    <a:solidFill>
                      <a:srgbClr val="E8E9EC"/>
                    </a:solidFill>
                  </a:tcPr>
                </a:tc>
                <a:extLst>
                  <a:ext uri="{0D108BD9-81ED-4DB2-BD59-A6C34878D82A}">
                    <a16:rowId xmlns:a16="http://schemas.microsoft.com/office/drawing/2014/main" val="3301965912"/>
                  </a:ext>
                </a:extLst>
              </a:tr>
              <a:tr h="0">
                <a:tc>
                  <a:txBody>
                    <a:bodyPr/>
                    <a:lstStyle/>
                    <a:p>
                      <a:pPr>
                        <a:buNone/>
                      </a:pPr>
                      <a:r>
                        <a:rPr lang="en-US" sz="1300">
                          <a:effectLst/>
                          <a:latin typeface="Calibri" panose="020F0502020204030204" pitchFamily="34" charset="0"/>
                        </a:rPr>
                        <a:t>Hedging coordinator</a:t>
                      </a:r>
                    </a:p>
                  </a:txBody>
                  <a:tcPr anchor="ctr">
                    <a:lnL>
                      <a:noFill/>
                    </a:lnL>
                    <a:lnR>
                      <a:noFill/>
                    </a:lnR>
                    <a:lnT>
                      <a:noFill/>
                    </a:lnT>
                    <a:lnB>
                      <a:noFill/>
                    </a:lnB>
                    <a:noFill/>
                  </a:tcPr>
                </a:tc>
                <a:tc>
                  <a:txBody>
                    <a:bodyPr/>
                    <a:lstStyle/>
                    <a:p>
                      <a:pPr>
                        <a:buNone/>
                      </a:pPr>
                      <a:r>
                        <a:rPr lang="en-US" sz="1300">
                          <a:effectLst/>
                          <a:latin typeface="Calibri" panose="020F0502020204030204" pitchFamily="34" charset="0"/>
                        </a:rPr>
                        <a:t>Shared</a:t>
                      </a:r>
                    </a:p>
                  </a:txBody>
                  <a:tcPr anchor="ctr">
                    <a:lnL>
                      <a:noFill/>
                    </a:lnL>
                    <a:lnR>
                      <a:noFill/>
                    </a:lnR>
                    <a:lnT>
                      <a:noFill/>
                    </a:lnT>
                    <a:lnB>
                      <a:noFill/>
                    </a:lnB>
                    <a:noFill/>
                  </a:tcPr>
                </a:tc>
                <a:tc>
                  <a:txBody>
                    <a:bodyPr/>
                    <a:lstStyle/>
                    <a:p>
                      <a:pPr>
                        <a:buNone/>
                      </a:pPr>
                      <a:r>
                        <a:rPr lang="en-US" sz="1300">
                          <a:effectLst/>
                          <a:latin typeface="Calibri" panose="020F0502020204030204" pitchFamily="34" charset="0"/>
                        </a:rPr>
                        <a:t>Yes</a:t>
                      </a:r>
                    </a:p>
                  </a:txBody>
                  <a:tcPr anchor="ctr">
                    <a:lnL>
                      <a:noFill/>
                    </a:lnL>
                    <a:lnR>
                      <a:noFill/>
                    </a:lnR>
                    <a:lnT>
                      <a:noFill/>
                    </a:lnT>
                    <a:lnB>
                      <a:noFill/>
                    </a:lnB>
                    <a:noFill/>
                  </a:tcPr>
                </a:tc>
                <a:tc>
                  <a:txBody>
                    <a:bodyPr/>
                    <a:lstStyle/>
                    <a:p>
                      <a:pPr>
                        <a:buNone/>
                      </a:pPr>
                      <a:r>
                        <a:rPr lang="en-US" sz="1300">
                          <a:effectLst/>
                          <a:latin typeface="Calibri" panose="020F0502020204030204" pitchFamily="34" charset="0"/>
                        </a:rPr>
                        <a:t>Yes</a:t>
                      </a:r>
                    </a:p>
                  </a:txBody>
                  <a:tcPr anchor="ctr">
                    <a:lnL>
                      <a:noFill/>
                    </a:lnL>
                    <a:lnR>
                      <a:noFill/>
                    </a:lnR>
                    <a:lnT>
                      <a:noFill/>
                    </a:lnT>
                    <a:lnB>
                      <a:noFill/>
                    </a:lnB>
                    <a:noFill/>
                  </a:tcPr>
                </a:tc>
                <a:extLst>
                  <a:ext uri="{0D108BD9-81ED-4DB2-BD59-A6C34878D82A}">
                    <a16:rowId xmlns:a16="http://schemas.microsoft.com/office/drawing/2014/main" val="1742135225"/>
                  </a:ext>
                </a:extLst>
              </a:tr>
            </a:tbl>
          </a:graphicData>
        </a:graphic>
      </p:graphicFrame>
      <p:sp>
        <p:nvSpPr>
          <p:cNvPr id="17297" name="call0">
            <a:extLst>
              <a:ext uri="{FF2B5EF4-FFF2-40B4-BE49-F238E27FC236}">
                <a16:creationId xmlns:a16="http://schemas.microsoft.com/office/drawing/2014/main" id="{0F6D85C4-6E3C-4326-C2E5-6E87EF38BD37}"/>
              </a:ext>
            </a:extLst>
          </p:cNvPr>
          <p:cNvSpPr/>
          <p:nvPr/>
        </p:nvSpPr>
        <p:spPr>
          <a:xfrm>
            <a:off x="8996680" y="1965960"/>
            <a:ext cx="2600960" cy="1524000"/>
          </a:xfrm>
          <a:prstGeom prst="rect">
            <a:avLst/>
          </a:prstGeom>
          <a:solidFill>
            <a:srgbClr val="EDF0F5"/>
          </a:solidFill>
          <a:ln w="12700">
            <a:solidFill>
              <a:srgbClr val="EDF0F5">
                <a:alpha val="0"/>
              </a:srgbClr>
            </a:solidFill>
          </a:ln>
          <a:effectLst>
            <a:outerShdw blurRad="101600" dist="25400" dir="5400000" algn="ctr" rotWithShape="0">
              <a:srgbClr val="2B2F36">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337" name="callFig0">
            <a:extLst>
              <a:ext uri="{FF2B5EF4-FFF2-40B4-BE49-F238E27FC236}">
                <a16:creationId xmlns:a16="http://schemas.microsoft.com/office/drawing/2014/main" id="{59A80AEF-27ED-008A-6C38-307C01C37674}"/>
              </a:ext>
            </a:extLst>
          </p:cNvPr>
          <p:cNvSpPr/>
          <p:nvPr/>
        </p:nvSpPr>
        <p:spPr>
          <a:xfrm>
            <a:off x="9042400" y="2103120"/>
            <a:ext cx="2509520" cy="5410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4213D"/>
                </a:solidFill>
                <a:effectLst/>
                <a:latin typeface="Calibri" panose="020F0502020204030204" pitchFamily="34" charset="0"/>
              </a:rPr>
              <a:t>2.01%</a:t>
            </a:r>
          </a:p>
          <a:p>
            <a:pPr algn="l">
              <a:buNone/>
            </a:pPr>
            <a:r>
              <a:rPr lang="en-US" sz="100">
                <a:effectLst/>
              </a:rPr>
              <a:t> </a:t>
            </a:r>
            <a:endParaRPr lang="en-US"/>
          </a:p>
        </p:txBody>
      </p:sp>
      <p:sp>
        <p:nvSpPr>
          <p:cNvPr id="17378" name="callCap0">
            <a:extLst>
              <a:ext uri="{FF2B5EF4-FFF2-40B4-BE49-F238E27FC236}">
                <a16:creationId xmlns:a16="http://schemas.microsoft.com/office/drawing/2014/main" id="{0FE70758-379F-4FB3-5663-8C5EA16DA6F4}"/>
              </a:ext>
            </a:extLst>
          </p:cNvPr>
          <p:cNvSpPr/>
          <p:nvPr/>
        </p:nvSpPr>
        <p:spPr>
          <a:xfrm>
            <a:off x="9042400" y="2644140"/>
            <a:ext cx="2509520" cy="7086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B2F36"/>
                </a:solidFill>
                <a:effectLst/>
                <a:latin typeface="Calibri" panose="020F0502020204030204" pitchFamily="34" charset="0"/>
              </a:rPr>
              <a:t>Loan-only RoRWA at every hold size, below the 2.5% hurdle</a:t>
            </a:r>
          </a:p>
          <a:p>
            <a:pPr algn="l">
              <a:buNone/>
            </a:pPr>
            <a:r>
              <a:rPr lang="en-US" sz="100">
                <a:effectLst/>
              </a:rPr>
              <a:t> </a:t>
            </a:r>
            <a:endParaRPr lang="en-US"/>
          </a:p>
        </p:txBody>
      </p:sp>
      <p:sp>
        <p:nvSpPr>
          <p:cNvPr id="17420" name="call1">
            <a:extLst>
              <a:ext uri="{FF2B5EF4-FFF2-40B4-BE49-F238E27FC236}">
                <a16:creationId xmlns:a16="http://schemas.microsoft.com/office/drawing/2014/main" id="{4B693E5A-85AD-CE28-D616-494D0E51CAD8}"/>
              </a:ext>
            </a:extLst>
          </p:cNvPr>
          <p:cNvSpPr/>
          <p:nvPr/>
        </p:nvSpPr>
        <p:spPr>
          <a:xfrm>
            <a:off x="8996680" y="3672840"/>
            <a:ext cx="2600960" cy="1722120"/>
          </a:xfrm>
          <a:prstGeom prst="rect">
            <a:avLst/>
          </a:prstGeom>
          <a:solidFill>
            <a:srgbClr val="EDF0F5"/>
          </a:solidFill>
          <a:ln w="12700">
            <a:solidFill>
              <a:srgbClr val="EDF0F5">
                <a:alpha val="0"/>
              </a:srgbClr>
            </a:solidFill>
          </a:ln>
          <a:effectLst>
            <a:outerShdw blurRad="101600" dist="25400" dir="5400000" algn="ctr" rotWithShape="0">
              <a:srgbClr val="2B2F36">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463" name="callFig1">
            <a:extLst>
              <a:ext uri="{FF2B5EF4-FFF2-40B4-BE49-F238E27FC236}">
                <a16:creationId xmlns:a16="http://schemas.microsoft.com/office/drawing/2014/main" id="{9A7CCB3F-41DF-EEAF-D7B8-7F5FCA849002}"/>
              </a:ext>
            </a:extLst>
          </p:cNvPr>
          <p:cNvSpPr/>
          <p:nvPr/>
        </p:nvSpPr>
        <p:spPr>
          <a:xfrm>
            <a:off x="9042400" y="3810000"/>
            <a:ext cx="2509520" cy="5410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4213D"/>
                </a:solidFill>
                <a:effectLst/>
                <a:latin typeface="Calibri" panose="020F0502020204030204" pitchFamily="34" charset="0"/>
              </a:rPr>
              <a:t>≈€282m</a:t>
            </a:r>
          </a:p>
          <a:p>
            <a:pPr algn="l">
              <a:buNone/>
            </a:pPr>
            <a:r>
              <a:rPr lang="en-US" sz="100">
                <a:effectLst/>
              </a:rPr>
              <a:t> </a:t>
            </a:r>
            <a:endParaRPr lang="en-US"/>
          </a:p>
        </p:txBody>
      </p:sp>
      <p:sp>
        <p:nvSpPr>
          <p:cNvPr id="17507" name="callCap1">
            <a:extLst>
              <a:ext uri="{FF2B5EF4-FFF2-40B4-BE49-F238E27FC236}">
                <a16:creationId xmlns:a16="http://schemas.microsoft.com/office/drawing/2014/main" id="{E4B26816-1499-6783-23EA-24625FDC0ACB}"/>
              </a:ext>
            </a:extLst>
          </p:cNvPr>
          <p:cNvSpPr/>
          <p:nvPr/>
        </p:nvSpPr>
        <p:spPr>
          <a:xfrm>
            <a:off x="9042400" y="4351020"/>
            <a:ext cx="2509520" cy="9067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B2F36"/>
                </a:solidFill>
                <a:effectLst/>
                <a:latin typeface="Calibri" panose="020F0502020204030204" pitchFamily="34" charset="0"/>
              </a:rPr>
              <a:t>Largest hold within the 15% limit including the pipeline; €250m leaves ≈€32m headroom</a:t>
            </a:r>
          </a:p>
          <a:p>
            <a:pPr algn="l">
              <a:buNone/>
            </a:pPr>
            <a:r>
              <a:rPr lang="en-US" sz="100">
                <a:effectLst/>
              </a:rPr>
              <a:t> </a:t>
            </a:r>
            <a:endParaRPr lang="en-US"/>
          </a:p>
        </p:txBody>
      </p:sp>
      <p:sp>
        <p:nvSpPr>
          <p:cNvPr id="17552" name="tblNote">
            <a:extLst>
              <a:ext uri="{FF2B5EF4-FFF2-40B4-BE49-F238E27FC236}">
                <a16:creationId xmlns:a16="http://schemas.microsoft.com/office/drawing/2014/main" id="{9DB3FF2F-E555-B37A-D67E-3C294C9C0827}"/>
              </a:ext>
            </a:extLst>
          </p:cNvPr>
          <p:cNvSpPr/>
          <p:nvPr/>
        </p:nvSpPr>
        <p:spPr>
          <a:xfrm>
            <a:off x="502920" y="4632960"/>
            <a:ext cx="8310880" cy="48005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F6672"/>
                </a:solidFill>
                <a:effectLst/>
                <a:latin typeface="Calibri" panose="020F0502020204030204" pitchFamily="34" charset="0"/>
              </a:rPr>
              <a:t>* Industrials share of commitments including the high-probability pipeline (deals ≥70% likely). Single-name limit €500m (BBB band); RoRWA hurdle 2.5%.</a:t>
            </a:r>
          </a:p>
          <a:p>
            <a:pPr algn="l">
              <a:buNone/>
            </a:pPr>
            <a:r>
              <a:rPr lang="en-US" sz="100">
                <a:effectLst/>
              </a:rPr>
              <a:t> </a:t>
            </a:r>
            <a:endParaRPr lang="en-US"/>
          </a:p>
        </p:txBody>
      </p:sp>
      <p:sp>
        <p:nvSpPr>
          <p:cNvPr id="17598" name="holdMsg">
            <a:extLst>
              <a:ext uri="{FF2B5EF4-FFF2-40B4-BE49-F238E27FC236}">
                <a16:creationId xmlns:a16="http://schemas.microsoft.com/office/drawing/2014/main" id="{2A8804CD-C678-98D6-36E7-3367C5838858}"/>
              </a:ext>
            </a:extLst>
          </p:cNvPr>
          <p:cNvSpPr/>
          <p:nvPr/>
        </p:nvSpPr>
        <p:spPr>
          <a:xfrm>
            <a:off x="502920" y="5250179"/>
            <a:ext cx="8310880" cy="5715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b="1">
                <a:solidFill>
                  <a:srgbClr val="14213D"/>
                </a:solidFill>
                <a:effectLst/>
                <a:latin typeface="Calibri" panose="020F0502020204030204" pitchFamily="34" charset="0"/>
              </a:rPr>
              <a:t>€250m stays within the 15% limit, uses 88% of the single-name limit and earns the best return: 3.20%.</a:t>
            </a:r>
          </a:p>
          <a:p>
            <a:pPr algn="l">
              <a:buNone/>
            </a:pPr>
            <a:r>
              <a:rPr lang="en-US" sz="100">
                <a:effectLst/>
              </a:rPr>
              <a:t> </a:t>
            </a:r>
            <a:endParaRPr lang="en-US"/>
          </a:p>
        </p:txBody>
      </p:sp>
      <p:sp>
        <p:nvSpPr>
          <p:cNvPr id="17599" name="recOutline">
            <a:extLst>
              <a:ext uri="{FF2B5EF4-FFF2-40B4-BE49-F238E27FC236}">
                <a16:creationId xmlns:a16="http://schemas.microsoft.com/office/drawing/2014/main" id="{5E8DA2A2-0FDB-81A4-1ABD-BC93D8408DD3}"/>
              </a:ext>
            </a:extLst>
          </p:cNvPr>
          <p:cNvSpPr/>
          <p:nvPr/>
        </p:nvSpPr>
        <p:spPr>
          <a:xfrm>
            <a:off x="4658360" y="1956816"/>
            <a:ext cx="2032000" cy="2334768"/>
          </a:xfrm>
          <a:prstGeom prst="rect">
            <a:avLst/>
          </a:prstGeom>
          <a:solidFill>
            <a:srgbClr val="FFFFFF">
              <a:alpha val="0"/>
            </a:srgbClr>
          </a:solidFill>
          <a:ln w="34925">
            <a:solidFill>
              <a:srgbClr val="A6192E"/>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601" name="recTab">
            <a:extLst>
              <a:ext uri="{FF2B5EF4-FFF2-40B4-BE49-F238E27FC236}">
                <a16:creationId xmlns:a16="http://schemas.microsoft.com/office/drawing/2014/main" id="{E4232A80-5819-B4E1-EAB7-667B8A5057CE}"/>
              </a:ext>
            </a:extLst>
          </p:cNvPr>
          <p:cNvSpPr/>
          <p:nvPr/>
        </p:nvSpPr>
        <p:spPr>
          <a:xfrm>
            <a:off x="4658360" y="1600200"/>
            <a:ext cx="2032000" cy="338328"/>
          </a:xfrm>
          <a:prstGeom prst="rect">
            <a:avLst/>
          </a:prstGeom>
          <a:solidFill>
            <a:srgbClr val="A6192E"/>
          </a:solidFill>
          <a:ln w="3175">
            <a:solidFill>
              <a:srgbClr val="A6192E"/>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50">
                <a:solidFill>
                  <a:srgbClr val="FFFFFF"/>
                </a:solidFill>
                <a:effectLst/>
                <a:latin typeface="Calibri" panose="020F0502020204030204" pitchFamily="34" charset="0"/>
              </a:rPr>
              <a:t>RECOMMENDED</a:t>
            </a:r>
          </a:p>
          <a:p>
            <a:pPr algn="ctr">
              <a:buNone/>
            </a:pPr>
            <a:r>
              <a:rPr lang="en-US" sz="100">
                <a:effectLst/>
              </a:rPr>
              <a:t> </a:t>
            </a:r>
            <a:endParaRPr lang="en-US"/>
          </a:p>
        </p:txBody>
      </p:sp>
    </p:spTree>
    <p:extLst>
      <p:ext uri="{BB962C8B-B14F-4D97-AF65-F5344CB8AC3E}">
        <p14:creationId xmlns:p14="http://schemas.microsoft.com/office/powerpoint/2010/main" val="41741798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376" name="label8">
            <a:extLst>
              <a:ext uri="{FF2B5EF4-FFF2-40B4-BE49-F238E27FC236}">
                <a16:creationId xmlns:a16="http://schemas.microsoft.com/office/drawing/2014/main" id="{3B837C14-9CCF-626B-087E-28ACF12D7D4B}"/>
              </a:ext>
            </a:extLst>
          </p:cNvPr>
          <p:cNvSpPr/>
          <p:nvPr/>
        </p:nvSpPr>
        <p:spPr>
          <a:xfrm>
            <a:off x="502920" y="457200"/>
            <a:ext cx="5486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F6672"/>
                </a:solidFill>
                <a:effectLst/>
                <a:latin typeface="Calibri" panose="020F0502020204030204" pitchFamily="34" charset="0"/>
              </a:rPr>
              <a:t>Example output – fictional training scenario</a:t>
            </a:r>
          </a:p>
          <a:p>
            <a:pPr algn="l">
              <a:buNone/>
            </a:pPr>
            <a:r>
              <a:rPr lang="en-US" sz="100">
                <a:effectLst/>
              </a:rPr>
              <a:t> </a:t>
            </a:r>
            <a:endParaRPr lang="en-US"/>
          </a:p>
        </p:txBody>
      </p:sp>
      <p:sp>
        <p:nvSpPr>
          <p:cNvPr id="7378" name="title8">
            <a:extLst>
              <a:ext uri="{FF2B5EF4-FFF2-40B4-BE49-F238E27FC236}">
                <a16:creationId xmlns:a16="http://schemas.microsoft.com/office/drawing/2014/main" id="{D94A3436-BF57-0D43-4E78-C56E277F0C40}"/>
              </a:ext>
            </a:extLst>
          </p:cNvPr>
          <p:cNvSpPr/>
          <p:nvPr/>
        </p:nvSpPr>
        <p:spPr>
          <a:xfrm>
            <a:off x="502920" y="777240"/>
            <a:ext cx="1118616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a:solidFill>
                  <a:srgbClr val="14213D"/>
                </a:solidFill>
                <a:effectLst/>
                <a:latin typeface="Georgia" panose="02040502050405020303" pitchFamily="18" charset="0"/>
              </a:rPr>
              <a:t>Each key risk has a clear mitigant</a:t>
            </a:r>
          </a:p>
          <a:p>
            <a:pPr algn="l">
              <a:buNone/>
            </a:pPr>
            <a:r>
              <a:rPr lang="en-US" sz="100">
                <a:effectLst/>
              </a:rPr>
              <a:t> </a:t>
            </a:r>
            <a:endParaRPr lang="en-US"/>
          </a:p>
        </p:txBody>
      </p:sp>
      <p:sp>
        <p:nvSpPr>
          <p:cNvPr id="7381" name="riskHead">
            <a:extLst>
              <a:ext uri="{FF2B5EF4-FFF2-40B4-BE49-F238E27FC236}">
                <a16:creationId xmlns:a16="http://schemas.microsoft.com/office/drawing/2014/main" id="{109A3E6A-C76F-3A59-64E0-005F1301866E}"/>
              </a:ext>
            </a:extLst>
          </p:cNvPr>
          <p:cNvSpPr/>
          <p:nvPr/>
        </p:nvSpPr>
        <p:spPr>
          <a:xfrm>
            <a:off x="502920" y="1600200"/>
            <a:ext cx="347472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5F6672"/>
                </a:solidFill>
                <a:effectLst/>
                <a:latin typeface="Calibri" panose="020F0502020204030204" pitchFamily="34" charset="0"/>
              </a:rPr>
              <a:t>RISK</a:t>
            </a:r>
          </a:p>
          <a:p>
            <a:pPr algn="l">
              <a:buNone/>
            </a:pPr>
            <a:r>
              <a:rPr lang="en-US" sz="100">
                <a:effectLst/>
              </a:rPr>
              <a:t> </a:t>
            </a:r>
            <a:endParaRPr lang="en-US"/>
          </a:p>
        </p:txBody>
      </p:sp>
      <p:sp>
        <p:nvSpPr>
          <p:cNvPr id="7385" name="mitHead">
            <a:extLst>
              <a:ext uri="{FF2B5EF4-FFF2-40B4-BE49-F238E27FC236}">
                <a16:creationId xmlns:a16="http://schemas.microsoft.com/office/drawing/2014/main" id="{69EFF628-287D-1E34-9AF0-4F6A6802EF94}"/>
              </a:ext>
            </a:extLst>
          </p:cNvPr>
          <p:cNvSpPr/>
          <p:nvPr/>
        </p:nvSpPr>
        <p:spPr>
          <a:xfrm>
            <a:off x="4343400" y="1600200"/>
            <a:ext cx="734568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5F6672"/>
                </a:solidFill>
                <a:effectLst/>
                <a:latin typeface="Calibri" panose="020F0502020204030204" pitchFamily="34" charset="0"/>
              </a:rPr>
              <a:t>MITIGANT</a:t>
            </a:r>
          </a:p>
          <a:p>
            <a:pPr algn="l">
              <a:buNone/>
            </a:pPr>
            <a:r>
              <a:rPr lang="en-US" sz="100">
                <a:effectLst/>
              </a:rPr>
              <a:t> </a:t>
            </a:r>
            <a:endParaRPr lang="en-US"/>
          </a:p>
        </p:txBody>
      </p:sp>
      <p:sp>
        <p:nvSpPr>
          <p:cNvPr id="7390" name="risk0">
            <a:extLst>
              <a:ext uri="{FF2B5EF4-FFF2-40B4-BE49-F238E27FC236}">
                <a16:creationId xmlns:a16="http://schemas.microsoft.com/office/drawing/2014/main" id="{6A138D04-DC96-95FE-6B7B-9C4D160002EF}"/>
              </a:ext>
            </a:extLst>
          </p:cNvPr>
          <p:cNvSpPr/>
          <p:nvPr/>
        </p:nvSpPr>
        <p:spPr>
          <a:xfrm>
            <a:off x="594360" y="1984248"/>
            <a:ext cx="3291840" cy="598932"/>
          </a:xfrm>
          <a:prstGeom prst="rect">
            <a:avLst/>
          </a:prstGeom>
          <a:solidFill>
            <a:srgbClr val="EDF0F5"/>
          </a:solidFill>
          <a:ln w="12700">
            <a:solidFill>
              <a:srgbClr val="EDF0F5">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4213D"/>
                </a:solidFill>
                <a:effectLst/>
                <a:latin typeface="Calibri" panose="020F0502020204030204" pitchFamily="34" charset="0"/>
              </a:rPr>
              <a:t>Integration of two plants</a:t>
            </a:r>
          </a:p>
          <a:p>
            <a:pPr algn="l">
              <a:buNone/>
            </a:pPr>
            <a:r>
              <a:rPr lang="en-US" sz="100">
                <a:effectLst/>
              </a:rPr>
              <a:t> </a:t>
            </a:r>
            <a:endParaRPr lang="en-US"/>
          </a:p>
        </p:txBody>
      </p:sp>
      <p:sp>
        <p:nvSpPr>
          <p:cNvPr id="7396" name="arr0">
            <a:extLst>
              <a:ext uri="{FF2B5EF4-FFF2-40B4-BE49-F238E27FC236}">
                <a16:creationId xmlns:a16="http://schemas.microsoft.com/office/drawing/2014/main" id="{C7555F7E-9520-CE9B-B18E-C42E47D6DB5E}"/>
              </a:ext>
            </a:extLst>
          </p:cNvPr>
          <p:cNvSpPr/>
          <p:nvPr/>
        </p:nvSpPr>
        <p:spPr>
          <a:xfrm>
            <a:off x="4023360" y="2169414"/>
            <a:ext cx="274320" cy="228600"/>
          </a:xfrm>
          <a:prstGeom prst="rightArrow">
            <a:avLst/>
          </a:prstGeom>
          <a:solidFill>
            <a:srgbClr val="9AA5B5"/>
          </a:solidFill>
          <a:ln w="3175">
            <a:solidFill>
              <a:srgbClr val="9AA5B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403" name="mit0">
            <a:extLst>
              <a:ext uri="{FF2B5EF4-FFF2-40B4-BE49-F238E27FC236}">
                <a16:creationId xmlns:a16="http://schemas.microsoft.com/office/drawing/2014/main" id="{23F0E965-C657-37C3-7C93-E35D3AFD7E75}"/>
              </a:ext>
            </a:extLst>
          </p:cNvPr>
          <p:cNvSpPr/>
          <p:nvPr/>
        </p:nvSpPr>
        <p:spPr>
          <a:xfrm>
            <a:off x="4343400" y="2013204"/>
            <a:ext cx="7345680" cy="5410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B2F36"/>
                </a:solidFill>
                <a:effectLst/>
                <a:latin typeface="Calibri" panose="020F0502020204030204" pitchFamily="34" charset="0"/>
              </a:rPr>
              <a:t>Synergies phase in from €15m in Year 1 to €45m in Year 3; financial covenants and the parent guarantee protect lenders</a:t>
            </a:r>
          </a:p>
          <a:p>
            <a:pPr algn="l">
              <a:buNone/>
            </a:pPr>
            <a:r>
              <a:rPr lang="en-US" sz="100">
                <a:effectLst/>
              </a:rPr>
              <a:t> </a:t>
            </a:r>
            <a:endParaRPr lang="en-US"/>
          </a:p>
        </p:txBody>
      </p:sp>
      <p:sp>
        <p:nvSpPr>
          <p:cNvPr id="7411" name="risk1">
            <a:extLst>
              <a:ext uri="{FF2B5EF4-FFF2-40B4-BE49-F238E27FC236}">
                <a16:creationId xmlns:a16="http://schemas.microsoft.com/office/drawing/2014/main" id="{EDEF7E03-4561-16F3-2EB0-5DC92038B9C4}"/>
              </a:ext>
            </a:extLst>
          </p:cNvPr>
          <p:cNvSpPr/>
          <p:nvPr/>
        </p:nvSpPr>
        <p:spPr>
          <a:xfrm>
            <a:off x="594360" y="2674620"/>
            <a:ext cx="3291840" cy="598932"/>
          </a:xfrm>
          <a:prstGeom prst="rect">
            <a:avLst/>
          </a:prstGeom>
          <a:solidFill>
            <a:srgbClr val="EDF0F5"/>
          </a:solidFill>
          <a:ln w="12700">
            <a:solidFill>
              <a:srgbClr val="EDF0F5">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4213D"/>
                </a:solidFill>
                <a:effectLst/>
                <a:latin typeface="Calibri" panose="020F0502020204030204" pitchFamily="34" charset="0"/>
              </a:rPr>
              <a:t>EV-demand cyclicality</a:t>
            </a:r>
          </a:p>
          <a:p>
            <a:pPr algn="l">
              <a:buNone/>
            </a:pPr>
            <a:r>
              <a:rPr lang="en-US" sz="100">
                <a:effectLst/>
              </a:rPr>
              <a:t> </a:t>
            </a:r>
            <a:endParaRPr lang="en-US"/>
          </a:p>
        </p:txBody>
      </p:sp>
      <p:sp>
        <p:nvSpPr>
          <p:cNvPr id="7420" name="arr1">
            <a:extLst>
              <a:ext uri="{FF2B5EF4-FFF2-40B4-BE49-F238E27FC236}">
                <a16:creationId xmlns:a16="http://schemas.microsoft.com/office/drawing/2014/main" id="{34C24DEE-FF9D-B45C-FE7D-D2A269A92867}"/>
              </a:ext>
            </a:extLst>
          </p:cNvPr>
          <p:cNvSpPr/>
          <p:nvPr/>
        </p:nvSpPr>
        <p:spPr>
          <a:xfrm>
            <a:off x="4023360" y="2859786"/>
            <a:ext cx="274320" cy="228600"/>
          </a:xfrm>
          <a:prstGeom prst="rightArrow">
            <a:avLst/>
          </a:prstGeom>
          <a:solidFill>
            <a:srgbClr val="9AA5B5"/>
          </a:solidFill>
          <a:ln w="3175">
            <a:solidFill>
              <a:srgbClr val="9AA5B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430" name="mit1">
            <a:extLst>
              <a:ext uri="{FF2B5EF4-FFF2-40B4-BE49-F238E27FC236}">
                <a16:creationId xmlns:a16="http://schemas.microsoft.com/office/drawing/2014/main" id="{38A578BE-EC2E-2066-7F81-EA4420333B95}"/>
              </a:ext>
            </a:extLst>
          </p:cNvPr>
          <p:cNvSpPr/>
          <p:nvPr/>
        </p:nvSpPr>
        <p:spPr>
          <a:xfrm>
            <a:off x="4343400" y="2703576"/>
            <a:ext cx="7345680" cy="5410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B2F36"/>
                </a:solidFill>
                <a:effectLst/>
                <a:latin typeface="Calibri" panose="020F0502020204030204" pitchFamily="34" charset="0"/>
              </a:rPr>
              <a:t>The covenant holds through a 15% EBITDA fall (3.17x); leverage falls to 1.37x by Year 3</a:t>
            </a:r>
          </a:p>
          <a:p>
            <a:pPr algn="l">
              <a:buNone/>
            </a:pPr>
            <a:r>
              <a:rPr lang="en-US" sz="100">
                <a:effectLst/>
              </a:rPr>
              <a:t> </a:t>
            </a:r>
            <a:endParaRPr lang="en-US"/>
          </a:p>
        </p:txBody>
      </p:sp>
      <p:sp>
        <p:nvSpPr>
          <p:cNvPr id="7441" name="risk2">
            <a:extLst>
              <a:ext uri="{FF2B5EF4-FFF2-40B4-BE49-F238E27FC236}">
                <a16:creationId xmlns:a16="http://schemas.microsoft.com/office/drawing/2014/main" id="{094E332C-C732-0644-7134-09D4316880A1}"/>
              </a:ext>
            </a:extLst>
          </p:cNvPr>
          <p:cNvSpPr/>
          <p:nvPr/>
        </p:nvSpPr>
        <p:spPr>
          <a:xfrm>
            <a:off x="594360" y="3364992"/>
            <a:ext cx="3291840" cy="598932"/>
          </a:xfrm>
          <a:prstGeom prst="rect">
            <a:avLst/>
          </a:prstGeom>
          <a:solidFill>
            <a:srgbClr val="EDF0F5"/>
          </a:solidFill>
          <a:ln w="12700">
            <a:solidFill>
              <a:srgbClr val="EDF0F5">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4213D"/>
                </a:solidFill>
                <a:effectLst/>
                <a:latin typeface="Calibri" panose="020F0502020204030204" pitchFamily="34" charset="0"/>
              </a:rPr>
              <a:t>Battery-metal price volatility</a:t>
            </a:r>
          </a:p>
          <a:p>
            <a:pPr algn="l">
              <a:buNone/>
            </a:pPr>
            <a:r>
              <a:rPr lang="en-US" sz="100">
                <a:effectLst/>
              </a:rPr>
              <a:t> </a:t>
            </a:r>
            <a:endParaRPr lang="en-US"/>
          </a:p>
        </p:txBody>
      </p:sp>
      <p:sp>
        <p:nvSpPr>
          <p:cNvPr id="7453" name="arr2">
            <a:extLst>
              <a:ext uri="{FF2B5EF4-FFF2-40B4-BE49-F238E27FC236}">
                <a16:creationId xmlns:a16="http://schemas.microsoft.com/office/drawing/2014/main" id="{EF2AB3A0-CCEB-1275-768A-919DB86F3657}"/>
              </a:ext>
            </a:extLst>
          </p:cNvPr>
          <p:cNvSpPr/>
          <p:nvPr/>
        </p:nvSpPr>
        <p:spPr>
          <a:xfrm>
            <a:off x="4023360" y="3550158"/>
            <a:ext cx="274320" cy="228600"/>
          </a:xfrm>
          <a:prstGeom prst="rightArrow">
            <a:avLst/>
          </a:prstGeom>
          <a:solidFill>
            <a:srgbClr val="9AA5B5"/>
          </a:solidFill>
          <a:ln w="3175">
            <a:solidFill>
              <a:srgbClr val="9AA5B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466" name="mit2">
            <a:extLst>
              <a:ext uri="{FF2B5EF4-FFF2-40B4-BE49-F238E27FC236}">
                <a16:creationId xmlns:a16="http://schemas.microsoft.com/office/drawing/2014/main" id="{A88A9D0C-0E3C-74B6-DBFF-AE619CD274D7}"/>
              </a:ext>
            </a:extLst>
          </p:cNvPr>
          <p:cNvSpPr/>
          <p:nvPr/>
        </p:nvSpPr>
        <p:spPr>
          <a:xfrm>
            <a:off x="4343400" y="3393948"/>
            <a:ext cx="7345680" cy="5410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B2F36"/>
                </a:solidFill>
                <a:effectLst/>
                <a:latin typeface="Calibri" panose="020F0502020204030204" pitchFamily="34" charset="0"/>
              </a:rPr>
              <a:t>17.2% EBITDA headroom at closing; guarantee from Fabrikam Industries Co., Ltd.</a:t>
            </a:r>
          </a:p>
          <a:p>
            <a:pPr algn="l">
              <a:buNone/>
            </a:pPr>
            <a:r>
              <a:rPr lang="en-US" sz="100">
                <a:effectLst/>
              </a:rPr>
              <a:t> </a:t>
            </a:r>
            <a:endParaRPr lang="en-US"/>
          </a:p>
        </p:txBody>
      </p:sp>
      <p:sp>
        <p:nvSpPr>
          <p:cNvPr id="7480" name="risk3">
            <a:extLst>
              <a:ext uri="{FF2B5EF4-FFF2-40B4-BE49-F238E27FC236}">
                <a16:creationId xmlns:a16="http://schemas.microsoft.com/office/drawing/2014/main" id="{E6C9E5D4-F59A-8B57-4566-F75C833A3FB5}"/>
              </a:ext>
            </a:extLst>
          </p:cNvPr>
          <p:cNvSpPr/>
          <p:nvPr/>
        </p:nvSpPr>
        <p:spPr>
          <a:xfrm>
            <a:off x="594360" y="4055364"/>
            <a:ext cx="3291840" cy="598932"/>
          </a:xfrm>
          <a:prstGeom prst="rect">
            <a:avLst/>
          </a:prstGeom>
          <a:solidFill>
            <a:srgbClr val="EDF0F5"/>
          </a:solidFill>
          <a:ln w="12700">
            <a:solidFill>
              <a:srgbClr val="EDF0F5">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4213D"/>
                </a:solidFill>
                <a:effectLst/>
                <a:latin typeface="Calibri" panose="020F0502020204030204" pitchFamily="34" charset="0"/>
              </a:rPr>
              <a:t>EUR/JPY FX and interest rates</a:t>
            </a:r>
          </a:p>
          <a:p>
            <a:pPr algn="l">
              <a:buNone/>
            </a:pPr>
            <a:r>
              <a:rPr lang="en-US" sz="100">
                <a:effectLst/>
              </a:rPr>
              <a:t> </a:t>
            </a:r>
            <a:endParaRPr lang="en-US"/>
          </a:p>
        </p:txBody>
      </p:sp>
      <p:sp>
        <p:nvSpPr>
          <p:cNvPr id="7495" name="arr3">
            <a:extLst>
              <a:ext uri="{FF2B5EF4-FFF2-40B4-BE49-F238E27FC236}">
                <a16:creationId xmlns:a16="http://schemas.microsoft.com/office/drawing/2014/main" id="{26894DEE-B23F-D4F7-3CDD-82F9672364D0}"/>
              </a:ext>
            </a:extLst>
          </p:cNvPr>
          <p:cNvSpPr/>
          <p:nvPr/>
        </p:nvSpPr>
        <p:spPr>
          <a:xfrm>
            <a:off x="4023360" y="4240530"/>
            <a:ext cx="274320" cy="228600"/>
          </a:xfrm>
          <a:prstGeom prst="rightArrow">
            <a:avLst/>
          </a:prstGeom>
          <a:solidFill>
            <a:srgbClr val="9AA5B5"/>
          </a:solidFill>
          <a:ln w="3175">
            <a:solidFill>
              <a:srgbClr val="9AA5B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511" name="mit3">
            <a:extLst>
              <a:ext uri="{FF2B5EF4-FFF2-40B4-BE49-F238E27FC236}">
                <a16:creationId xmlns:a16="http://schemas.microsoft.com/office/drawing/2014/main" id="{BCB5755A-6F4F-6AA2-4493-AA60C96C6CE3}"/>
              </a:ext>
            </a:extLst>
          </p:cNvPr>
          <p:cNvSpPr/>
          <p:nvPr/>
        </p:nvSpPr>
        <p:spPr>
          <a:xfrm>
            <a:off x="4343400" y="4084320"/>
            <a:ext cx="7345680" cy="5410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B2F36"/>
                </a:solidFill>
                <a:effectLst/>
                <a:latin typeface="Calibri" panose="020F0502020204030204" pitchFamily="34" charset="0"/>
              </a:rPr>
              <a:t>Hedging strategy agreed with the client, MUFG as coordinator; ISDA in place since 2019, CSA amendment in 3–4 weeks</a:t>
            </a:r>
          </a:p>
          <a:p>
            <a:pPr algn="l">
              <a:buNone/>
            </a:pPr>
            <a:r>
              <a:rPr lang="en-US" sz="100">
                <a:effectLst/>
              </a:rPr>
              <a:t> </a:t>
            </a:r>
            <a:endParaRPr lang="en-US"/>
          </a:p>
        </p:txBody>
      </p:sp>
      <p:sp>
        <p:nvSpPr>
          <p:cNvPr id="7528" name="risk4">
            <a:extLst>
              <a:ext uri="{FF2B5EF4-FFF2-40B4-BE49-F238E27FC236}">
                <a16:creationId xmlns:a16="http://schemas.microsoft.com/office/drawing/2014/main" id="{963CC3AA-280F-8FCC-A813-BABE68826ECF}"/>
              </a:ext>
            </a:extLst>
          </p:cNvPr>
          <p:cNvSpPr/>
          <p:nvPr/>
        </p:nvSpPr>
        <p:spPr>
          <a:xfrm>
            <a:off x="594360" y="4745736"/>
            <a:ext cx="3291840" cy="598932"/>
          </a:xfrm>
          <a:prstGeom prst="rect">
            <a:avLst/>
          </a:prstGeom>
          <a:solidFill>
            <a:srgbClr val="EDF0F5"/>
          </a:solidFill>
          <a:ln w="12700">
            <a:solidFill>
              <a:srgbClr val="EDF0F5">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4213D"/>
                </a:solidFill>
                <a:effectLst/>
                <a:latin typeface="Calibri" panose="020F0502020204030204" pitchFamily="34" charset="0"/>
              </a:rPr>
              <a:t>ESG and permit risk at Dunkirk</a:t>
            </a:r>
          </a:p>
          <a:p>
            <a:pPr algn="l">
              <a:buNone/>
            </a:pPr>
            <a:r>
              <a:rPr lang="en-US" sz="100">
                <a:effectLst/>
              </a:rPr>
              <a:t> </a:t>
            </a:r>
            <a:endParaRPr lang="en-US"/>
          </a:p>
        </p:txBody>
      </p:sp>
      <p:sp>
        <p:nvSpPr>
          <p:cNvPr id="7546" name="arr4">
            <a:extLst>
              <a:ext uri="{FF2B5EF4-FFF2-40B4-BE49-F238E27FC236}">
                <a16:creationId xmlns:a16="http://schemas.microsoft.com/office/drawing/2014/main" id="{2ED4C243-97E9-F063-8BA4-96C6A27B4912}"/>
              </a:ext>
            </a:extLst>
          </p:cNvPr>
          <p:cNvSpPr/>
          <p:nvPr/>
        </p:nvSpPr>
        <p:spPr>
          <a:xfrm>
            <a:off x="4023360" y="4930902"/>
            <a:ext cx="274320" cy="228600"/>
          </a:xfrm>
          <a:prstGeom prst="rightArrow">
            <a:avLst/>
          </a:prstGeom>
          <a:solidFill>
            <a:srgbClr val="9AA5B5"/>
          </a:solidFill>
          <a:ln w="3175">
            <a:solidFill>
              <a:srgbClr val="9AA5B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565" name="mit4">
            <a:extLst>
              <a:ext uri="{FF2B5EF4-FFF2-40B4-BE49-F238E27FC236}">
                <a16:creationId xmlns:a16="http://schemas.microsoft.com/office/drawing/2014/main" id="{ECFE9EAF-0C98-4A0E-2EB6-26087FED8FC1}"/>
              </a:ext>
            </a:extLst>
          </p:cNvPr>
          <p:cNvSpPr/>
          <p:nvPr/>
        </p:nvSpPr>
        <p:spPr>
          <a:xfrm>
            <a:off x="4343400" y="4774692"/>
            <a:ext cx="7345680" cy="5410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B2F36"/>
                </a:solidFill>
                <a:effectLst/>
                <a:latin typeface="Calibri" panose="020F0502020204030204" pitchFamily="34" charset="0"/>
              </a:rPr>
              <a:t>External ESG due diligence report due 13 November; a satisfactory outcome is a condition before signing</a:t>
            </a:r>
          </a:p>
          <a:p>
            <a:pPr algn="l">
              <a:buNone/>
            </a:pPr>
            <a:r>
              <a:rPr lang="en-US" sz="100">
                <a:effectLst/>
              </a:rPr>
              <a:t> </a:t>
            </a:r>
            <a:endParaRPr lang="en-US"/>
          </a:p>
        </p:txBody>
      </p:sp>
      <p:sp>
        <p:nvSpPr>
          <p:cNvPr id="7585" name="risk5">
            <a:extLst>
              <a:ext uri="{FF2B5EF4-FFF2-40B4-BE49-F238E27FC236}">
                <a16:creationId xmlns:a16="http://schemas.microsoft.com/office/drawing/2014/main" id="{9FCD0BD6-E662-D5E0-AC19-E168936D1101}"/>
              </a:ext>
            </a:extLst>
          </p:cNvPr>
          <p:cNvSpPr/>
          <p:nvPr/>
        </p:nvSpPr>
        <p:spPr>
          <a:xfrm>
            <a:off x="594360" y="5436108"/>
            <a:ext cx="3291840" cy="598932"/>
          </a:xfrm>
          <a:prstGeom prst="rect">
            <a:avLst/>
          </a:prstGeom>
          <a:solidFill>
            <a:srgbClr val="EDF0F5"/>
          </a:solidFill>
          <a:ln w="12700">
            <a:solidFill>
              <a:srgbClr val="EDF0F5">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4213D"/>
                </a:solidFill>
                <a:effectLst/>
                <a:latin typeface="Calibri" panose="020F0502020204030204" pitchFamily="34" charset="0"/>
              </a:rPr>
              <a:t>Syndication of the balance</a:t>
            </a:r>
          </a:p>
          <a:p>
            <a:pPr algn="l">
              <a:buNone/>
            </a:pPr>
            <a:r>
              <a:rPr lang="en-US" sz="100">
                <a:effectLst/>
              </a:rPr>
              <a:t> </a:t>
            </a:r>
            <a:endParaRPr lang="en-US"/>
          </a:p>
        </p:txBody>
      </p:sp>
      <p:sp>
        <p:nvSpPr>
          <p:cNvPr id="7606" name="arr5">
            <a:extLst>
              <a:ext uri="{FF2B5EF4-FFF2-40B4-BE49-F238E27FC236}">
                <a16:creationId xmlns:a16="http://schemas.microsoft.com/office/drawing/2014/main" id="{9750BFD2-8271-218A-F98F-2D82D82D9E53}"/>
              </a:ext>
            </a:extLst>
          </p:cNvPr>
          <p:cNvSpPr/>
          <p:nvPr/>
        </p:nvSpPr>
        <p:spPr>
          <a:xfrm>
            <a:off x="4023360" y="5621274"/>
            <a:ext cx="274320" cy="228600"/>
          </a:xfrm>
          <a:prstGeom prst="rightArrow">
            <a:avLst/>
          </a:prstGeom>
          <a:solidFill>
            <a:srgbClr val="9AA5B5"/>
          </a:solidFill>
          <a:ln w="3175">
            <a:solidFill>
              <a:srgbClr val="9AA5B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628" name="mit5">
            <a:extLst>
              <a:ext uri="{FF2B5EF4-FFF2-40B4-BE49-F238E27FC236}">
                <a16:creationId xmlns:a16="http://schemas.microsoft.com/office/drawing/2014/main" id="{8A8C57FF-9385-81D1-BF15-19CC491EA624}"/>
              </a:ext>
            </a:extLst>
          </p:cNvPr>
          <p:cNvSpPr/>
          <p:nvPr/>
        </p:nvSpPr>
        <p:spPr>
          <a:xfrm>
            <a:off x="4343400" y="5465064"/>
            <a:ext cx="7345680" cy="5410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B2F36"/>
                </a:solidFill>
                <a:effectLst/>
                <a:latin typeface="Calibri" panose="020F0502020204030204" pitchFamily="34" charset="0"/>
              </a:rPr>
              <a:t>Co-arranger interest being checked with Woodgrove Bank and one other bank; MUFG keeps €250m</a:t>
            </a:r>
          </a:p>
          <a:p>
            <a:pPr algn="l">
              <a:buNone/>
            </a:pPr>
            <a:r>
              <a:rPr lang="en-US" sz="100">
                <a:effectLst/>
              </a:rPr>
              <a:t> </a:t>
            </a:r>
            <a:endParaRPr lang="en-US"/>
          </a:p>
        </p:txBody>
      </p:sp>
      <p:sp>
        <p:nvSpPr>
          <p:cNvPr id="7651" name="source8">
            <a:extLst>
              <a:ext uri="{FF2B5EF4-FFF2-40B4-BE49-F238E27FC236}">
                <a16:creationId xmlns:a16="http://schemas.microsoft.com/office/drawing/2014/main" id="{556BC47D-354C-FACA-1A2F-7ED26FAD33E1}"/>
              </a:ext>
            </a:extLst>
          </p:cNvPr>
          <p:cNvSpPr/>
          <p:nvPr/>
        </p:nvSpPr>
        <p:spPr>
          <a:xfrm>
            <a:off x="502920" y="6080760"/>
            <a:ext cx="1118616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F6672"/>
                </a:solidFill>
                <a:effectLst/>
                <a:latin typeface="Calibri" panose="020F0502020204030204" pitchFamily="34" charset="0"/>
              </a:rPr>
              <a:t>Source: Executive Briefing – Project Meridian (Final); Credit Risk Assessment; Operational Readiness Note</a:t>
            </a:r>
          </a:p>
          <a:p>
            <a:pPr algn="l">
              <a:buNone/>
            </a:pPr>
            <a:r>
              <a:rPr lang="en-US" sz="100">
                <a:effectLst/>
              </a:rPr>
              <a:t> </a:t>
            </a:r>
            <a:endParaRPr lang="en-US"/>
          </a:p>
        </p:txBody>
      </p:sp>
    </p:spTree>
    <p:extLst>
      <p:ext uri="{BB962C8B-B14F-4D97-AF65-F5344CB8AC3E}">
        <p14:creationId xmlns:p14="http://schemas.microsoft.com/office/powerpoint/2010/main" val="27385626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675" name="label9">
            <a:extLst>
              <a:ext uri="{FF2B5EF4-FFF2-40B4-BE49-F238E27FC236}">
                <a16:creationId xmlns:a16="http://schemas.microsoft.com/office/drawing/2014/main" id="{D0A2F3AA-3258-F3F4-BB26-A5AEF877CCC7}"/>
              </a:ext>
            </a:extLst>
          </p:cNvPr>
          <p:cNvSpPr/>
          <p:nvPr/>
        </p:nvSpPr>
        <p:spPr>
          <a:xfrm>
            <a:off x="502920" y="457200"/>
            <a:ext cx="5486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F6672"/>
                </a:solidFill>
                <a:effectLst/>
                <a:latin typeface="Calibri" panose="020F0502020204030204" pitchFamily="34" charset="0"/>
              </a:rPr>
              <a:t>Example output – fictional training scenario</a:t>
            </a:r>
          </a:p>
          <a:p>
            <a:pPr algn="l">
              <a:buNone/>
            </a:pPr>
            <a:r>
              <a:rPr lang="en-US" sz="100">
                <a:effectLst/>
              </a:rPr>
              <a:t> </a:t>
            </a:r>
            <a:endParaRPr lang="en-US"/>
          </a:p>
        </p:txBody>
      </p:sp>
      <p:sp>
        <p:nvSpPr>
          <p:cNvPr id="7700" name="title9">
            <a:extLst>
              <a:ext uri="{FF2B5EF4-FFF2-40B4-BE49-F238E27FC236}">
                <a16:creationId xmlns:a16="http://schemas.microsoft.com/office/drawing/2014/main" id="{8966AE7A-5795-F0BF-EDE0-19D6C53D88FC}"/>
              </a:ext>
            </a:extLst>
          </p:cNvPr>
          <p:cNvSpPr/>
          <p:nvPr/>
        </p:nvSpPr>
        <p:spPr>
          <a:xfrm>
            <a:off x="502920" y="777240"/>
            <a:ext cx="1118616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a:solidFill>
                  <a:srgbClr val="14213D"/>
                </a:solidFill>
                <a:effectLst/>
                <a:latin typeface="Georgia" panose="02040502050405020303" pitchFamily="18" charset="0"/>
              </a:rPr>
              <a:t>Three items must close before signing</a:t>
            </a:r>
          </a:p>
          <a:p>
            <a:pPr algn="l">
              <a:buNone/>
            </a:pPr>
            <a:r>
              <a:rPr lang="en-US" sz="100">
                <a:effectLst/>
              </a:rPr>
              <a:t> </a:t>
            </a:r>
            <a:endParaRPr lang="en-US"/>
          </a:p>
        </p:txBody>
      </p:sp>
      <p:sp>
        <p:nvSpPr>
          <p:cNvPr id="7726" name="statCard0">
            <a:extLst>
              <a:ext uri="{FF2B5EF4-FFF2-40B4-BE49-F238E27FC236}">
                <a16:creationId xmlns:a16="http://schemas.microsoft.com/office/drawing/2014/main" id="{9F091112-52A0-46D4-A3AA-AD89D43EDD32}"/>
              </a:ext>
            </a:extLst>
          </p:cNvPr>
          <p:cNvSpPr/>
          <p:nvPr/>
        </p:nvSpPr>
        <p:spPr>
          <a:xfrm>
            <a:off x="594360" y="1600200"/>
            <a:ext cx="5364480" cy="3749040"/>
          </a:xfrm>
          <a:prstGeom prst="rect">
            <a:avLst/>
          </a:prstGeom>
          <a:solidFill>
            <a:srgbClr val="EDF0F5"/>
          </a:solidFill>
          <a:ln w="12700">
            <a:solidFill>
              <a:srgbClr val="EDF0F5">
                <a:alpha val="0"/>
              </a:srgbClr>
            </a:solidFill>
          </a:ln>
          <a:effectLst>
            <a:outerShdw blurRad="101600" dist="25400" dir="5400000" algn="ctr" rotWithShape="0">
              <a:srgbClr val="2B2F36">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753" name="statHead0">
            <a:extLst>
              <a:ext uri="{FF2B5EF4-FFF2-40B4-BE49-F238E27FC236}">
                <a16:creationId xmlns:a16="http://schemas.microsoft.com/office/drawing/2014/main" id="{443887AB-54F8-BCDE-9106-78250D39C29B}"/>
              </a:ext>
            </a:extLst>
          </p:cNvPr>
          <p:cNvSpPr/>
          <p:nvPr/>
        </p:nvSpPr>
        <p:spPr>
          <a:xfrm>
            <a:off x="667512" y="1764792"/>
            <a:ext cx="5218176"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4213D"/>
                </a:solidFill>
                <a:effectLst/>
                <a:latin typeface="Calibri" panose="020F0502020204030204" pitchFamily="34" charset="0"/>
              </a:rPr>
              <a:t>COMPLIANCE AND ESG · KARIM BENALI</a:t>
            </a:r>
          </a:p>
          <a:p>
            <a:pPr algn="l">
              <a:buNone/>
            </a:pPr>
            <a:r>
              <a:rPr lang="en-US" sz="100">
                <a:effectLst/>
              </a:rPr>
              <a:t> </a:t>
            </a:r>
            <a:endParaRPr lang="en-US"/>
          </a:p>
        </p:txBody>
      </p:sp>
      <p:sp>
        <p:nvSpPr>
          <p:cNvPr id="7781" name="it00">
            <a:extLst>
              <a:ext uri="{FF2B5EF4-FFF2-40B4-BE49-F238E27FC236}">
                <a16:creationId xmlns:a16="http://schemas.microsoft.com/office/drawing/2014/main" id="{70FE321D-FE9B-2D81-9298-0DFED2476A61}"/>
              </a:ext>
            </a:extLst>
          </p:cNvPr>
          <p:cNvSpPr/>
          <p:nvPr/>
        </p:nvSpPr>
        <p:spPr>
          <a:xfrm>
            <a:off x="667512" y="2129790"/>
            <a:ext cx="2609088" cy="5105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B2F36"/>
                </a:solidFill>
                <a:effectLst/>
                <a:latin typeface="Calibri" panose="020F0502020204030204" pitchFamily="34" charset="0"/>
              </a:rPr>
              <a:t>KYC refresh: Fabrikam Europe GmbH</a:t>
            </a:r>
            <a:endParaRPr lang="en-US"/>
          </a:p>
        </p:txBody>
      </p:sp>
      <p:sp>
        <p:nvSpPr>
          <p:cNvPr id="7810" name="due00">
            <a:extLst>
              <a:ext uri="{FF2B5EF4-FFF2-40B4-BE49-F238E27FC236}">
                <a16:creationId xmlns:a16="http://schemas.microsoft.com/office/drawing/2014/main" id="{3B478E0A-32EA-321A-2709-3801F12178B0}"/>
              </a:ext>
            </a:extLst>
          </p:cNvPr>
          <p:cNvSpPr/>
          <p:nvPr/>
        </p:nvSpPr>
        <p:spPr>
          <a:xfrm>
            <a:off x="3276600" y="2228850"/>
            <a:ext cx="1107765" cy="452323"/>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B2F36"/>
                </a:solidFill>
                <a:effectLst/>
                <a:latin typeface="Calibri" panose="020F0502020204030204" pitchFamily="34" charset="0"/>
              </a:rPr>
              <a:t>20 Oct</a:t>
            </a:r>
          </a:p>
          <a:p>
            <a:pPr algn="l">
              <a:buNone/>
            </a:pPr>
            <a:r>
              <a:rPr lang="en-US" sz="100">
                <a:effectLst/>
              </a:rPr>
              <a:t> </a:t>
            </a:r>
            <a:endParaRPr lang="en-US"/>
          </a:p>
        </p:txBody>
      </p:sp>
      <p:sp>
        <p:nvSpPr>
          <p:cNvPr id="7840" name="st00">
            <a:extLst>
              <a:ext uri="{FF2B5EF4-FFF2-40B4-BE49-F238E27FC236}">
                <a16:creationId xmlns:a16="http://schemas.microsoft.com/office/drawing/2014/main" id="{5E98155A-3B15-F341-C410-8A4FCAF83886}"/>
              </a:ext>
            </a:extLst>
          </p:cNvPr>
          <p:cNvSpPr/>
          <p:nvPr/>
        </p:nvSpPr>
        <p:spPr>
          <a:xfrm>
            <a:off x="4384365" y="2228850"/>
            <a:ext cx="1501323" cy="452323"/>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b="1">
                <a:solidFill>
                  <a:srgbClr val="2B2F36"/>
                </a:solidFill>
                <a:effectLst/>
                <a:latin typeface="Calibri" panose="020F0502020204030204" pitchFamily="34" charset="0"/>
              </a:rPr>
              <a:t>Complete</a:t>
            </a:r>
          </a:p>
          <a:p>
            <a:pPr algn="l">
              <a:buNone/>
            </a:pPr>
            <a:r>
              <a:rPr lang="en-US" sz="100">
                <a:effectLst/>
              </a:rPr>
              <a:t> </a:t>
            </a:r>
            <a:endParaRPr lang="en-US"/>
          </a:p>
        </p:txBody>
      </p:sp>
      <p:sp>
        <p:nvSpPr>
          <p:cNvPr id="7871" name="it01">
            <a:extLst>
              <a:ext uri="{FF2B5EF4-FFF2-40B4-BE49-F238E27FC236}">
                <a16:creationId xmlns:a16="http://schemas.microsoft.com/office/drawing/2014/main" id="{3798CBB5-6D3C-EB22-70D1-C6E346C42E19}"/>
              </a:ext>
            </a:extLst>
          </p:cNvPr>
          <p:cNvSpPr/>
          <p:nvPr/>
        </p:nvSpPr>
        <p:spPr>
          <a:xfrm>
            <a:off x="667512" y="2638806"/>
            <a:ext cx="2609088" cy="5105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B2F36"/>
                </a:solidFill>
                <a:effectLst/>
                <a:latin typeface="Calibri" panose="020F0502020204030204" pitchFamily="34" charset="0"/>
              </a:rPr>
              <a:t>Sanctions and adverse-media screening</a:t>
            </a:r>
          </a:p>
          <a:p>
            <a:pPr algn="l">
              <a:buNone/>
            </a:pPr>
            <a:r>
              <a:rPr lang="en-US" sz="100">
                <a:effectLst/>
              </a:rPr>
              <a:t> </a:t>
            </a:r>
            <a:endParaRPr lang="en-US"/>
          </a:p>
        </p:txBody>
      </p:sp>
      <p:sp>
        <p:nvSpPr>
          <p:cNvPr id="7903" name="due01">
            <a:extLst>
              <a:ext uri="{FF2B5EF4-FFF2-40B4-BE49-F238E27FC236}">
                <a16:creationId xmlns:a16="http://schemas.microsoft.com/office/drawing/2014/main" id="{4132AA30-B7D8-5F28-4D5E-ADB1ECAB2C06}"/>
              </a:ext>
            </a:extLst>
          </p:cNvPr>
          <p:cNvSpPr/>
          <p:nvPr/>
        </p:nvSpPr>
        <p:spPr>
          <a:xfrm>
            <a:off x="3276600" y="2737866"/>
            <a:ext cx="1107765" cy="452323"/>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B2F36"/>
                </a:solidFill>
                <a:effectLst/>
                <a:latin typeface="Calibri" panose="020F0502020204030204" pitchFamily="34" charset="0"/>
              </a:rPr>
              <a:t>6 Nov</a:t>
            </a:r>
          </a:p>
          <a:p>
            <a:pPr algn="l">
              <a:buNone/>
            </a:pPr>
            <a:r>
              <a:rPr lang="en-US" sz="100">
                <a:effectLst/>
              </a:rPr>
              <a:t> </a:t>
            </a:r>
            <a:endParaRPr lang="en-US"/>
          </a:p>
        </p:txBody>
      </p:sp>
      <p:sp>
        <p:nvSpPr>
          <p:cNvPr id="7936" name="st01">
            <a:extLst>
              <a:ext uri="{FF2B5EF4-FFF2-40B4-BE49-F238E27FC236}">
                <a16:creationId xmlns:a16="http://schemas.microsoft.com/office/drawing/2014/main" id="{9A636B70-F251-6666-353D-91418B9DEBC7}"/>
              </a:ext>
            </a:extLst>
          </p:cNvPr>
          <p:cNvSpPr/>
          <p:nvPr/>
        </p:nvSpPr>
        <p:spPr>
          <a:xfrm>
            <a:off x="4384365" y="2737866"/>
            <a:ext cx="1501323" cy="452323"/>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b="1">
                <a:solidFill>
                  <a:srgbClr val="A6192E"/>
                </a:solidFill>
                <a:effectLst/>
                <a:latin typeface="Calibri" panose="020F0502020204030204" pitchFamily="34" charset="0"/>
              </a:rPr>
              <a:t>In progress</a:t>
            </a:r>
          </a:p>
          <a:p>
            <a:pPr algn="l">
              <a:buNone/>
            </a:pPr>
            <a:r>
              <a:rPr lang="en-US" sz="100">
                <a:effectLst/>
              </a:rPr>
              <a:t> </a:t>
            </a:r>
            <a:endParaRPr lang="en-US"/>
          </a:p>
        </p:txBody>
      </p:sp>
      <p:sp>
        <p:nvSpPr>
          <p:cNvPr id="7970" name="it02">
            <a:extLst>
              <a:ext uri="{FF2B5EF4-FFF2-40B4-BE49-F238E27FC236}">
                <a16:creationId xmlns:a16="http://schemas.microsoft.com/office/drawing/2014/main" id="{87E2377C-D1D8-5A83-666F-6D2B522F1B3F}"/>
              </a:ext>
            </a:extLst>
          </p:cNvPr>
          <p:cNvSpPr/>
          <p:nvPr/>
        </p:nvSpPr>
        <p:spPr>
          <a:xfrm>
            <a:off x="667512" y="3147822"/>
            <a:ext cx="2609088" cy="5105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B2F36"/>
                </a:solidFill>
                <a:effectLst/>
                <a:latin typeface="Calibri" panose="020F0502020204030204" pitchFamily="34" charset="0"/>
              </a:rPr>
              <a:t>UBO confirmation: Luxembourg seller (12%)</a:t>
            </a:r>
            <a:endParaRPr lang="en-US"/>
          </a:p>
        </p:txBody>
      </p:sp>
      <p:sp>
        <p:nvSpPr>
          <p:cNvPr id="8005" name="due02">
            <a:extLst>
              <a:ext uri="{FF2B5EF4-FFF2-40B4-BE49-F238E27FC236}">
                <a16:creationId xmlns:a16="http://schemas.microsoft.com/office/drawing/2014/main" id="{F5EB22F1-A8A8-B104-481D-DB381CB36E22}"/>
              </a:ext>
            </a:extLst>
          </p:cNvPr>
          <p:cNvSpPr/>
          <p:nvPr/>
        </p:nvSpPr>
        <p:spPr>
          <a:xfrm>
            <a:off x="3276600" y="3246882"/>
            <a:ext cx="1107765" cy="452323"/>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B2F36"/>
                </a:solidFill>
                <a:effectLst/>
                <a:latin typeface="Calibri" panose="020F0502020204030204" pitchFamily="34" charset="0"/>
              </a:rPr>
              <a:t>11 Nov</a:t>
            </a:r>
          </a:p>
          <a:p>
            <a:pPr algn="l">
              <a:buNone/>
            </a:pPr>
            <a:r>
              <a:rPr lang="en-US" sz="100">
                <a:effectLst/>
              </a:rPr>
              <a:t> </a:t>
            </a:r>
            <a:endParaRPr lang="en-US"/>
          </a:p>
        </p:txBody>
      </p:sp>
      <p:sp>
        <p:nvSpPr>
          <p:cNvPr id="8041" name="st02">
            <a:extLst>
              <a:ext uri="{FF2B5EF4-FFF2-40B4-BE49-F238E27FC236}">
                <a16:creationId xmlns:a16="http://schemas.microsoft.com/office/drawing/2014/main" id="{A87EF4E9-9564-A576-A7DB-576EAC894A5A}"/>
              </a:ext>
            </a:extLst>
          </p:cNvPr>
          <p:cNvSpPr/>
          <p:nvPr/>
        </p:nvSpPr>
        <p:spPr>
          <a:xfrm>
            <a:off x="4384365" y="3246882"/>
            <a:ext cx="1501323" cy="452323"/>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b="1">
                <a:solidFill>
                  <a:srgbClr val="A6192E"/>
                </a:solidFill>
                <a:effectLst/>
                <a:latin typeface="Calibri" panose="020F0502020204030204" pitchFamily="34" charset="0"/>
              </a:rPr>
              <a:t>Outstanding</a:t>
            </a:r>
          </a:p>
          <a:p>
            <a:pPr algn="l">
              <a:buNone/>
            </a:pPr>
            <a:r>
              <a:rPr lang="en-US" sz="100">
                <a:effectLst/>
              </a:rPr>
              <a:t> </a:t>
            </a:r>
            <a:endParaRPr lang="en-US"/>
          </a:p>
        </p:txBody>
      </p:sp>
      <p:sp>
        <p:nvSpPr>
          <p:cNvPr id="8078" name="it03">
            <a:extLst>
              <a:ext uri="{FF2B5EF4-FFF2-40B4-BE49-F238E27FC236}">
                <a16:creationId xmlns:a16="http://schemas.microsoft.com/office/drawing/2014/main" id="{324E4F47-CA27-A9C4-6429-327A507ABC64}"/>
              </a:ext>
            </a:extLst>
          </p:cNvPr>
          <p:cNvSpPr/>
          <p:nvPr/>
        </p:nvSpPr>
        <p:spPr>
          <a:xfrm>
            <a:off x="667512" y="3656838"/>
            <a:ext cx="2609088" cy="5105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B2F36"/>
                </a:solidFill>
                <a:effectLst/>
                <a:latin typeface="Calibri" panose="020F0502020204030204" pitchFamily="34" charset="0"/>
              </a:rPr>
              <a:t>Contoso onboarding due diligence</a:t>
            </a:r>
          </a:p>
          <a:p>
            <a:pPr algn="l">
              <a:buNone/>
            </a:pPr>
            <a:r>
              <a:rPr lang="en-US" sz="100">
                <a:effectLst/>
              </a:rPr>
              <a:t> </a:t>
            </a:r>
            <a:endParaRPr lang="en-US"/>
          </a:p>
        </p:txBody>
      </p:sp>
      <p:sp>
        <p:nvSpPr>
          <p:cNvPr id="8116" name="due03">
            <a:extLst>
              <a:ext uri="{FF2B5EF4-FFF2-40B4-BE49-F238E27FC236}">
                <a16:creationId xmlns:a16="http://schemas.microsoft.com/office/drawing/2014/main" id="{698CE079-79AB-5C54-ACA0-18D934733C04}"/>
              </a:ext>
            </a:extLst>
          </p:cNvPr>
          <p:cNvSpPr/>
          <p:nvPr/>
        </p:nvSpPr>
        <p:spPr>
          <a:xfrm>
            <a:off x="3276600" y="3755898"/>
            <a:ext cx="1107765" cy="452323"/>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B2F36"/>
                </a:solidFill>
                <a:effectLst/>
                <a:latin typeface="Calibri" panose="020F0502020204030204" pitchFamily="34" charset="0"/>
              </a:rPr>
              <a:t>11 Nov</a:t>
            </a:r>
          </a:p>
          <a:p>
            <a:pPr algn="l">
              <a:buNone/>
            </a:pPr>
            <a:r>
              <a:rPr lang="en-US" sz="100">
                <a:effectLst/>
              </a:rPr>
              <a:t> </a:t>
            </a:r>
            <a:endParaRPr lang="en-US"/>
          </a:p>
        </p:txBody>
      </p:sp>
      <p:sp>
        <p:nvSpPr>
          <p:cNvPr id="8155" name="st03">
            <a:extLst>
              <a:ext uri="{FF2B5EF4-FFF2-40B4-BE49-F238E27FC236}">
                <a16:creationId xmlns:a16="http://schemas.microsoft.com/office/drawing/2014/main" id="{2E29DA50-E781-5F16-9F67-4F9118589D78}"/>
              </a:ext>
            </a:extLst>
          </p:cNvPr>
          <p:cNvSpPr/>
          <p:nvPr/>
        </p:nvSpPr>
        <p:spPr>
          <a:xfrm>
            <a:off x="4384365" y="3755898"/>
            <a:ext cx="1501323" cy="40995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b="1">
                <a:solidFill>
                  <a:srgbClr val="2B2F36"/>
                </a:solidFill>
                <a:effectLst/>
                <a:latin typeface="Calibri" panose="020F0502020204030204" pitchFamily="34" charset="0"/>
              </a:rPr>
              <a:t>In progress</a:t>
            </a:r>
          </a:p>
          <a:p>
            <a:pPr algn="l">
              <a:buNone/>
            </a:pPr>
            <a:r>
              <a:rPr lang="en-US" sz="100">
                <a:effectLst/>
              </a:rPr>
              <a:t> </a:t>
            </a:r>
            <a:endParaRPr lang="en-US"/>
          </a:p>
        </p:txBody>
      </p:sp>
      <p:sp>
        <p:nvSpPr>
          <p:cNvPr id="8195" name="it04">
            <a:extLst>
              <a:ext uri="{FF2B5EF4-FFF2-40B4-BE49-F238E27FC236}">
                <a16:creationId xmlns:a16="http://schemas.microsoft.com/office/drawing/2014/main" id="{11BE7679-F256-DF47-E278-040003243247}"/>
              </a:ext>
            </a:extLst>
          </p:cNvPr>
          <p:cNvSpPr/>
          <p:nvPr/>
        </p:nvSpPr>
        <p:spPr>
          <a:xfrm>
            <a:off x="667512" y="4165854"/>
            <a:ext cx="2609088" cy="5105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B2F36"/>
                </a:solidFill>
                <a:effectLst/>
                <a:latin typeface="Calibri" panose="020F0502020204030204" pitchFamily="34" charset="0"/>
              </a:rPr>
              <a:t>ESG due diligence: Dunkirk plant</a:t>
            </a:r>
            <a:endParaRPr lang="en-US"/>
          </a:p>
        </p:txBody>
      </p:sp>
      <p:sp>
        <p:nvSpPr>
          <p:cNvPr id="8236" name="due04">
            <a:extLst>
              <a:ext uri="{FF2B5EF4-FFF2-40B4-BE49-F238E27FC236}">
                <a16:creationId xmlns:a16="http://schemas.microsoft.com/office/drawing/2014/main" id="{83EB38C6-9415-DD3B-17B3-968436EB9C24}"/>
              </a:ext>
            </a:extLst>
          </p:cNvPr>
          <p:cNvSpPr/>
          <p:nvPr/>
        </p:nvSpPr>
        <p:spPr>
          <a:xfrm>
            <a:off x="3276600" y="4264914"/>
            <a:ext cx="1107765" cy="40995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B2F36"/>
                </a:solidFill>
                <a:effectLst/>
                <a:latin typeface="Calibri" panose="020F0502020204030204" pitchFamily="34" charset="0"/>
              </a:rPr>
              <a:t>13 Nov</a:t>
            </a:r>
          </a:p>
          <a:p>
            <a:pPr algn="l">
              <a:buNone/>
            </a:pPr>
            <a:r>
              <a:rPr lang="en-US" sz="100">
                <a:effectLst/>
              </a:rPr>
              <a:t> </a:t>
            </a:r>
            <a:endParaRPr lang="en-US"/>
          </a:p>
        </p:txBody>
      </p:sp>
      <p:sp>
        <p:nvSpPr>
          <p:cNvPr id="8278" name="st04">
            <a:extLst>
              <a:ext uri="{FF2B5EF4-FFF2-40B4-BE49-F238E27FC236}">
                <a16:creationId xmlns:a16="http://schemas.microsoft.com/office/drawing/2014/main" id="{5C03ECD0-8517-742D-E673-A79E53F4A8B4}"/>
              </a:ext>
            </a:extLst>
          </p:cNvPr>
          <p:cNvSpPr/>
          <p:nvPr/>
        </p:nvSpPr>
        <p:spPr>
          <a:xfrm>
            <a:off x="4384365" y="4165854"/>
            <a:ext cx="1501323" cy="5105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b="1">
                <a:solidFill>
                  <a:srgbClr val="A6192E"/>
                </a:solidFill>
                <a:effectLst/>
                <a:latin typeface="Calibri" panose="020F0502020204030204" pitchFamily="34" charset="0"/>
              </a:rPr>
              <a:t>Report pending</a:t>
            </a:r>
          </a:p>
          <a:p>
            <a:pPr algn="l">
              <a:buNone/>
            </a:pPr>
            <a:r>
              <a:rPr lang="en-US" sz="100">
                <a:effectLst/>
              </a:rPr>
              <a:t> </a:t>
            </a:r>
            <a:endParaRPr lang="en-US"/>
          </a:p>
        </p:txBody>
      </p:sp>
      <p:sp>
        <p:nvSpPr>
          <p:cNvPr id="8321" name="it05">
            <a:extLst>
              <a:ext uri="{FF2B5EF4-FFF2-40B4-BE49-F238E27FC236}">
                <a16:creationId xmlns:a16="http://schemas.microsoft.com/office/drawing/2014/main" id="{566ACF68-B69D-BE51-5C1F-5FBD0DB5418D}"/>
              </a:ext>
            </a:extLst>
          </p:cNvPr>
          <p:cNvSpPr/>
          <p:nvPr/>
        </p:nvSpPr>
        <p:spPr>
          <a:xfrm>
            <a:off x="667512" y="4674870"/>
            <a:ext cx="2609088" cy="5105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B2F36"/>
                </a:solidFill>
                <a:effectLst/>
                <a:latin typeface="Calibri" panose="020F0502020204030204" pitchFamily="34" charset="0"/>
              </a:rPr>
              <a:t>Sustainability-linked KPI review</a:t>
            </a:r>
          </a:p>
          <a:p>
            <a:pPr algn="l">
              <a:buNone/>
            </a:pPr>
            <a:r>
              <a:rPr lang="en-US" sz="100">
                <a:effectLst/>
              </a:rPr>
              <a:t> </a:t>
            </a:r>
            <a:endParaRPr lang="en-US"/>
          </a:p>
        </p:txBody>
      </p:sp>
      <p:sp>
        <p:nvSpPr>
          <p:cNvPr id="8365" name="due05">
            <a:extLst>
              <a:ext uri="{FF2B5EF4-FFF2-40B4-BE49-F238E27FC236}">
                <a16:creationId xmlns:a16="http://schemas.microsoft.com/office/drawing/2014/main" id="{F69B2FB5-ED5D-D533-04AC-035259455D08}"/>
              </a:ext>
            </a:extLst>
          </p:cNvPr>
          <p:cNvSpPr/>
          <p:nvPr/>
        </p:nvSpPr>
        <p:spPr>
          <a:xfrm>
            <a:off x="3276600" y="4674870"/>
            <a:ext cx="1107765" cy="5105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B2F36"/>
                </a:solidFill>
                <a:effectLst/>
                <a:latin typeface="Calibri" panose="020F0502020204030204" pitchFamily="34" charset="0"/>
              </a:rPr>
              <a:t>Before signing</a:t>
            </a:r>
          </a:p>
          <a:p>
            <a:pPr algn="l">
              <a:buNone/>
            </a:pPr>
            <a:r>
              <a:rPr lang="en-US" sz="100">
                <a:effectLst/>
              </a:rPr>
              <a:t> </a:t>
            </a:r>
            <a:endParaRPr lang="en-US"/>
          </a:p>
        </p:txBody>
      </p:sp>
      <p:sp>
        <p:nvSpPr>
          <p:cNvPr id="8410" name="st05">
            <a:extLst>
              <a:ext uri="{FF2B5EF4-FFF2-40B4-BE49-F238E27FC236}">
                <a16:creationId xmlns:a16="http://schemas.microsoft.com/office/drawing/2014/main" id="{4B31A9B5-6E64-6D34-ECAE-43F3B43FB815}"/>
              </a:ext>
            </a:extLst>
          </p:cNvPr>
          <p:cNvSpPr/>
          <p:nvPr/>
        </p:nvSpPr>
        <p:spPr>
          <a:xfrm>
            <a:off x="4384365" y="4773930"/>
            <a:ext cx="1501323" cy="452323"/>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b="1">
                <a:solidFill>
                  <a:srgbClr val="2B2F36"/>
                </a:solidFill>
                <a:effectLst/>
                <a:latin typeface="Calibri" panose="020F0502020204030204" pitchFamily="34" charset="0"/>
              </a:rPr>
              <a:t>Pending</a:t>
            </a:r>
          </a:p>
          <a:p>
            <a:pPr algn="l">
              <a:buNone/>
            </a:pPr>
            <a:r>
              <a:rPr lang="en-US" sz="100">
                <a:effectLst/>
              </a:rPr>
              <a:t> </a:t>
            </a:r>
            <a:endParaRPr lang="en-US"/>
          </a:p>
        </p:txBody>
      </p:sp>
      <p:sp>
        <p:nvSpPr>
          <p:cNvPr id="8456" name="statCard1">
            <a:extLst>
              <a:ext uri="{FF2B5EF4-FFF2-40B4-BE49-F238E27FC236}">
                <a16:creationId xmlns:a16="http://schemas.microsoft.com/office/drawing/2014/main" id="{ACDC6D99-58D6-39F4-F69C-7837ED24BE9C}"/>
              </a:ext>
            </a:extLst>
          </p:cNvPr>
          <p:cNvSpPr/>
          <p:nvPr/>
        </p:nvSpPr>
        <p:spPr>
          <a:xfrm>
            <a:off x="6233160" y="1600200"/>
            <a:ext cx="5364480" cy="3749040"/>
          </a:xfrm>
          <a:prstGeom prst="rect">
            <a:avLst/>
          </a:prstGeom>
          <a:solidFill>
            <a:srgbClr val="EDF0F5"/>
          </a:solidFill>
          <a:ln w="12700">
            <a:solidFill>
              <a:srgbClr val="EDF0F5">
                <a:alpha val="0"/>
              </a:srgbClr>
            </a:solidFill>
          </a:ln>
          <a:effectLst>
            <a:outerShdw blurRad="101600" dist="25400" dir="5400000" algn="ctr" rotWithShape="0">
              <a:srgbClr val="2B2F36">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503" name="statHead1">
            <a:extLst>
              <a:ext uri="{FF2B5EF4-FFF2-40B4-BE49-F238E27FC236}">
                <a16:creationId xmlns:a16="http://schemas.microsoft.com/office/drawing/2014/main" id="{9B51187A-E121-E16E-0F6A-AF22614DE3DF}"/>
              </a:ext>
            </a:extLst>
          </p:cNvPr>
          <p:cNvSpPr/>
          <p:nvPr/>
        </p:nvSpPr>
        <p:spPr>
          <a:xfrm>
            <a:off x="6306312" y="1764792"/>
            <a:ext cx="5218176"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4213D"/>
                </a:solidFill>
                <a:effectLst/>
                <a:latin typeface="Calibri" panose="020F0502020204030204" pitchFamily="34" charset="0"/>
              </a:rPr>
              <a:t>OPERATIONAL READINESS · GRACE MENSAH</a:t>
            </a:r>
          </a:p>
          <a:p>
            <a:pPr algn="l">
              <a:buNone/>
            </a:pPr>
            <a:r>
              <a:rPr lang="en-US" sz="100">
                <a:effectLst/>
              </a:rPr>
              <a:t> </a:t>
            </a:r>
            <a:endParaRPr lang="en-US"/>
          </a:p>
        </p:txBody>
      </p:sp>
      <p:sp>
        <p:nvSpPr>
          <p:cNvPr id="8551" name="it10">
            <a:extLst>
              <a:ext uri="{FF2B5EF4-FFF2-40B4-BE49-F238E27FC236}">
                <a16:creationId xmlns:a16="http://schemas.microsoft.com/office/drawing/2014/main" id="{86063391-6657-E1AC-1839-74504B968806}"/>
              </a:ext>
            </a:extLst>
          </p:cNvPr>
          <p:cNvSpPr/>
          <p:nvPr/>
        </p:nvSpPr>
        <p:spPr>
          <a:xfrm>
            <a:off x="6306312" y="2129790"/>
            <a:ext cx="2609088" cy="5105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B2F36"/>
                </a:solidFill>
                <a:effectLst/>
                <a:latin typeface="Calibri" panose="020F0502020204030204" pitchFamily="34" charset="0"/>
              </a:rPr>
              <a:t>Account opening: Netherlands</a:t>
            </a:r>
            <a:endParaRPr lang="en-US"/>
          </a:p>
        </p:txBody>
      </p:sp>
      <p:sp>
        <p:nvSpPr>
          <p:cNvPr id="8600" name="due10">
            <a:extLst>
              <a:ext uri="{FF2B5EF4-FFF2-40B4-BE49-F238E27FC236}">
                <a16:creationId xmlns:a16="http://schemas.microsoft.com/office/drawing/2014/main" id="{15A3D3BF-6711-9771-2304-27C255905605}"/>
              </a:ext>
            </a:extLst>
          </p:cNvPr>
          <p:cNvSpPr/>
          <p:nvPr/>
        </p:nvSpPr>
        <p:spPr>
          <a:xfrm>
            <a:off x="8915400" y="2129790"/>
            <a:ext cx="1107765" cy="5105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B2F36"/>
                </a:solidFill>
                <a:effectLst/>
                <a:latin typeface="Calibri" panose="020F0502020204030204" pitchFamily="34" charset="0"/>
              </a:rPr>
              <a:t>2–3 wks after KYC</a:t>
            </a:r>
          </a:p>
          <a:p>
            <a:pPr algn="l">
              <a:buNone/>
            </a:pPr>
            <a:r>
              <a:rPr lang="en-US" sz="100">
                <a:effectLst/>
              </a:rPr>
              <a:t> </a:t>
            </a:r>
            <a:endParaRPr lang="en-US"/>
          </a:p>
        </p:txBody>
      </p:sp>
      <p:sp>
        <p:nvSpPr>
          <p:cNvPr id="8650" name="st10">
            <a:extLst>
              <a:ext uri="{FF2B5EF4-FFF2-40B4-BE49-F238E27FC236}">
                <a16:creationId xmlns:a16="http://schemas.microsoft.com/office/drawing/2014/main" id="{6435160C-A4D8-0F3E-1DE9-7F429CB701B7}"/>
              </a:ext>
            </a:extLst>
          </p:cNvPr>
          <p:cNvSpPr/>
          <p:nvPr/>
        </p:nvSpPr>
        <p:spPr>
          <a:xfrm>
            <a:off x="10023165" y="2228850"/>
            <a:ext cx="1501323" cy="452323"/>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b="1">
                <a:solidFill>
                  <a:srgbClr val="2B2F36"/>
                </a:solidFill>
                <a:effectLst/>
                <a:latin typeface="Calibri" panose="020F0502020204030204" pitchFamily="34" charset="0"/>
              </a:rPr>
              <a:t>Amber</a:t>
            </a:r>
          </a:p>
          <a:p>
            <a:pPr algn="l">
              <a:buNone/>
            </a:pPr>
            <a:r>
              <a:rPr lang="en-US" sz="100">
                <a:effectLst/>
              </a:rPr>
              <a:t> </a:t>
            </a:r>
            <a:endParaRPr lang="en-US"/>
          </a:p>
        </p:txBody>
      </p:sp>
      <p:sp>
        <p:nvSpPr>
          <p:cNvPr id="8701" name="it11">
            <a:extLst>
              <a:ext uri="{FF2B5EF4-FFF2-40B4-BE49-F238E27FC236}">
                <a16:creationId xmlns:a16="http://schemas.microsoft.com/office/drawing/2014/main" id="{92B3264D-EC33-E11A-72D1-CC2A8C155852}"/>
              </a:ext>
            </a:extLst>
          </p:cNvPr>
          <p:cNvSpPr/>
          <p:nvPr/>
        </p:nvSpPr>
        <p:spPr>
          <a:xfrm>
            <a:off x="6306312" y="2737866"/>
            <a:ext cx="2609088" cy="40995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B2F36"/>
                </a:solidFill>
                <a:effectLst/>
                <a:latin typeface="Calibri" panose="020F0502020204030204" pitchFamily="34" charset="0"/>
              </a:rPr>
              <a:t>Account opening: France</a:t>
            </a:r>
            <a:endParaRPr lang="en-US"/>
          </a:p>
        </p:txBody>
      </p:sp>
      <p:sp>
        <p:nvSpPr>
          <p:cNvPr id="8753" name="due11">
            <a:extLst>
              <a:ext uri="{FF2B5EF4-FFF2-40B4-BE49-F238E27FC236}">
                <a16:creationId xmlns:a16="http://schemas.microsoft.com/office/drawing/2014/main" id="{9E125347-B618-EC60-E293-D1F31A9E9A3E}"/>
              </a:ext>
            </a:extLst>
          </p:cNvPr>
          <p:cNvSpPr/>
          <p:nvPr/>
        </p:nvSpPr>
        <p:spPr>
          <a:xfrm>
            <a:off x="8915400" y="2737866"/>
            <a:ext cx="1107765" cy="40995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B2F36"/>
                </a:solidFill>
                <a:effectLst/>
                <a:latin typeface="Calibri" panose="020F0502020204030204" pitchFamily="34" charset="0"/>
              </a:rPr>
              <a:t>3–4 wks</a:t>
            </a:r>
          </a:p>
          <a:p>
            <a:pPr algn="l">
              <a:buNone/>
            </a:pPr>
            <a:r>
              <a:rPr lang="en-US" sz="100">
                <a:effectLst/>
              </a:rPr>
              <a:t> </a:t>
            </a:r>
            <a:endParaRPr lang="en-US"/>
          </a:p>
        </p:txBody>
      </p:sp>
      <p:sp>
        <p:nvSpPr>
          <p:cNvPr id="8806" name="st11">
            <a:extLst>
              <a:ext uri="{FF2B5EF4-FFF2-40B4-BE49-F238E27FC236}">
                <a16:creationId xmlns:a16="http://schemas.microsoft.com/office/drawing/2014/main" id="{526BF77E-DEA5-E611-1178-CBF68B60A5B0}"/>
              </a:ext>
            </a:extLst>
          </p:cNvPr>
          <p:cNvSpPr/>
          <p:nvPr/>
        </p:nvSpPr>
        <p:spPr>
          <a:xfrm>
            <a:off x="10023165" y="2737866"/>
            <a:ext cx="1501323" cy="452323"/>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b="1">
                <a:solidFill>
                  <a:srgbClr val="2B2F36"/>
                </a:solidFill>
                <a:effectLst/>
                <a:latin typeface="Calibri" panose="020F0502020204030204" pitchFamily="34" charset="0"/>
              </a:rPr>
              <a:t>Amber</a:t>
            </a:r>
          </a:p>
          <a:p>
            <a:pPr algn="l">
              <a:buNone/>
            </a:pPr>
            <a:r>
              <a:rPr lang="en-US" sz="100">
                <a:effectLst/>
              </a:rPr>
              <a:t> </a:t>
            </a:r>
            <a:endParaRPr lang="en-US"/>
          </a:p>
        </p:txBody>
      </p:sp>
      <p:sp>
        <p:nvSpPr>
          <p:cNvPr id="8860" name="it12">
            <a:extLst>
              <a:ext uri="{FF2B5EF4-FFF2-40B4-BE49-F238E27FC236}">
                <a16:creationId xmlns:a16="http://schemas.microsoft.com/office/drawing/2014/main" id="{48789B0A-6B75-CFDD-7D7A-09F7F89274D9}"/>
              </a:ext>
            </a:extLst>
          </p:cNvPr>
          <p:cNvSpPr/>
          <p:nvPr/>
        </p:nvSpPr>
        <p:spPr>
          <a:xfrm>
            <a:off x="6306312" y="3147822"/>
            <a:ext cx="2609088" cy="5105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B2F36"/>
                </a:solidFill>
                <a:effectLst/>
                <a:latin typeface="Calibri" panose="020F0502020204030204" pitchFamily="34" charset="0"/>
              </a:rPr>
              <a:t>Closing funds flow (≈€1.2bn)</a:t>
            </a:r>
          </a:p>
          <a:p>
            <a:pPr algn="l">
              <a:buNone/>
            </a:pPr>
            <a:r>
              <a:rPr lang="en-US" sz="100">
                <a:effectLst/>
              </a:rPr>
              <a:t> </a:t>
            </a:r>
            <a:endParaRPr lang="en-US"/>
          </a:p>
        </p:txBody>
      </p:sp>
      <p:sp>
        <p:nvSpPr>
          <p:cNvPr id="8915" name="due12">
            <a:extLst>
              <a:ext uri="{FF2B5EF4-FFF2-40B4-BE49-F238E27FC236}">
                <a16:creationId xmlns:a16="http://schemas.microsoft.com/office/drawing/2014/main" id="{DD7A1078-D198-82B3-8B28-C12752880DDC}"/>
              </a:ext>
            </a:extLst>
          </p:cNvPr>
          <p:cNvSpPr/>
          <p:nvPr/>
        </p:nvSpPr>
        <p:spPr>
          <a:xfrm>
            <a:off x="8915400" y="3147822"/>
            <a:ext cx="1107765" cy="5105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B2F36"/>
                </a:solidFill>
                <a:effectLst/>
                <a:latin typeface="Calibri" panose="020F0502020204030204" pitchFamily="34" charset="0"/>
              </a:rPr>
              <a:t>Plan by 30 Nov</a:t>
            </a:r>
          </a:p>
          <a:p>
            <a:pPr algn="l">
              <a:buNone/>
            </a:pPr>
            <a:r>
              <a:rPr lang="en-US" sz="100">
                <a:effectLst/>
              </a:rPr>
              <a:t> </a:t>
            </a:r>
            <a:endParaRPr lang="en-US"/>
          </a:p>
        </p:txBody>
      </p:sp>
      <p:sp>
        <p:nvSpPr>
          <p:cNvPr id="8971" name="st12">
            <a:extLst>
              <a:ext uri="{FF2B5EF4-FFF2-40B4-BE49-F238E27FC236}">
                <a16:creationId xmlns:a16="http://schemas.microsoft.com/office/drawing/2014/main" id="{80637F22-4DD8-689A-95B8-ECC4F7CD4B00}"/>
              </a:ext>
            </a:extLst>
          </p:cNvPr>
          <p:cNvSpPr/>
          <p:nvPr/>
        </p:nvSpPr>
        <p:spPr>
          <a:xfrm>
            <a:off x="10023165" y="3246882"/>
            <a:ext cx="1501323" cy="452323"/>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b="1">
                <a:solidFill>
                  <a:srgbClr val="2B2F36"/>
                </a:solidFill>
                <a:effectLst/>
                <a:latin typeface="Calibri" panose="020F0502020204030204" pitchFamily="34" charset="0"/>
              </a:rPr>
              <a:t>Amber</a:t>
            </a:r>
          </a:p>
          <a:p>
            <a:pPr algn="l">
              <a:buNone/>
            </a:pPr>
            <a:r>
              <a:rPr lang="en-US" sz="100">
                <a:effectLst/>
              </a:rPr>
              <a:t> </a:t>
            </a:r>
            <a:endParaRPr lang="en-US"/>
          </a:p>
        </p:txBody>
      </p:sp>
      <p:sp>
        <p:nvSpPr>
          <p:cNvPr id="9028" name="it13">
            <a:extLst>
              <a:ext uri="{FF2B5EF4-FFF2-40B4-BE49-F238E27FC236}">
                <a16:creationId xmlns:a16="http://schemas.microsoft.com/office/drawing/2014/main" id="{8FA04C83-18C0-EFFF-F093-6669D5643C83}"/>
              </a:ext>
            </a:extLst>
          </p:cNvPr>
          <p:cNvSpPr/>
          <p:nvPr/>
        </p:nvSpPr>
        <p:spPr>
          <a:xfrm>
            <a:off x="6306312" y="3656838"/>
            <a:ext cx="2609088" cy="5105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B2F36"/>
                </a:solidFill>
                <a:effectLst/>
                <a:latin typeface="Calibri" panose="020F0502020204030204" pitchFamily="34" charset="0"/>
              </a:rPr>
              <a:t>Hedging documentation (CSA)</a:t>
            </a:r>
          </a:p>
          <a:p>
            <a:pPr algn="l">
              <a:buNone/>
            </a:pPr>
            <a:r>
              <a:rPr lang="en-US" sz="100">
                <a:effectLst/>
              </a:rPr>
              <a:t> </a:t>
            </a:r>
            <a:endParaRPr lang="en-US"/>
          </a:p>
        </p:txBody>
      </p:sp>
      <p:sp>
        <p:nvSpPr>
          <p:cNvPr id="9086" name="due13">
            <a:extLst>
              <a:ext uri="{FF2B5EF4-FFF2-40B4-BE49-F238E27FC236}">
                <a16:creationId xmlns:a16="http://schemas.microsoft.com/office/drawing/2014/main" id="{26BA5CB9-2E70-76F5-5B08-AC1A9EE3C1A5}"/>
              </a:ext>
            </a:extLst>
          </p:cNvPr>
          <p:cNvSpPr/>
          <p:nvPr/>
        </p:nvSpPr>
        <p:spPr>
          <a:xfrm>
            <a:off x="8915400" y="3755898"/>
            <a:ext cx="1107765" cy="40995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B2F36"/>
                </a:solidFill>
                <a:effectLst/>
                <a:latin typeface="Calibri" panose="020F0502020204030204" pitchFamily="34" charset="0"/>
              </a:rPr>
              <a:t>3–4 wks</a:t>
            </a:r>
          </a:p>
          <a:p>
            <a:pPr algn="l">
              <a:buNone/>
            </a:pPr>
            <a:r>
              <a:rPr lang="en-US" sz="100">
                <a:effectLst/>
              </a:rPr>
              <a:t> </a:t>
            </a:r>
            <a:endParaRPr lang="en-US"/>
          </a:p>
        </p:txBody>
      </p:sp>
      <p:sp>
        <p:nvSpPr>
          <p:cNvPr id="9145" name="st13">
            <a:extLst>
              <a:ext uri="{FF2B5EF4-FFF2-40B4-BE49-F238E27FC236}">
                <a16:creationId xmlns:a16="http://schemas.microsoft.com/office/drawing/2014/main" id="{92D71857-A904-00FE-37E3-6C0CFC115A37}"/>
              </a:ext>
            </a:extLst>
          </p:cNvPr>
          <p:cNvSpPr/>
          <p:nvPr/>
        </p:nvSpPr>
        <p:spPr>
          <a:xfrm>
            <a:off x="10023165" y="3755898"/>
            <a:ext cx="1501323" cy="452323"/>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b="1">
                <a:solidFill>
                  <a:srgbClr val="2B2F36"/>
                </a:solidFill>
                <a:effectLst/>
                <a:latin typeface="Calibri" panose="020F0502020204030204" pitchFamily="34" charset="0"/>
              </a:rPr>
              <a:t>Amber</a:t>
            </a:r>
          </a:p>
          <a:p>
            <a:pPr algn="l">
              <a:buNone/>
            </a:pPr>
            <a:r>
              <a:rPr lang="en-US" sz="100">
                <a:effectLst/>
              </a:rPr>
              <a:t> </a:t>
            </a:r>
            <a:endParaRPr lang="en-US"/>
          </a:p>
        </p:txBody>
      </p:sp>
      <p:sp>
        <p:nvSpPr>
          <p:cNvPr id="9205" name="it14">
            <a:extLst>
              <a:ext uri="{FF2B5EF4-FFF2-40B4-BE49-F238E27FC236}">
                <a16:creationId xmlns:a16="http://schemas.microsoft.com/office/drawing/2014/main" id="{37A91560-41ED-C0AD-BBA7-D295C053822D}"/>
              </a:ext>
            </a:extLst>
          </p:cNvPr>
          <p:cNvSpPr/>
          <p:nvPr/>
        </p:nvSpPr>
        <p:spPr>
          <a:xfrm>
            <a:off x="6306312" y="4165854"/>
            <a:ext cx="2609088" cy="5105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B2F36"/>
                </a:solidFill>
                <a:effectLst/>
                <a:latin typeface="Calibri" panose="020F0502020204030204" pitchFamily="34" charset="0"/>
              </a:rPr>
              <a:t>Loan administration set-up</a:t>
            </a:r>
          </a:p>
          <a:p>
            <a:pPr algn="l">
              <a:buNone/>
            </a:pPr>
            <a:r>
              <a:rPr lang="en-US" sz="100">
                <a:effectLst/>
              </a:rPr>
              <a:t> </a:t>
            </a:r>
            <a:endParaRPr lang="en-US"/>
          </a:p>
        </p:txBody>
      </p:sp>
      <p:sp>
        <p:nvSpPr>
          <p:cNvPr id="9266" name="due14">
            <a:extLst>
              <a:ext uri="{FF2B5EF4-FFF2-40B4-BE49-F238E27FC236}">
                <a16:creationId xmlns:a16="http://schemas.microsoft.com/office/drawing/2014/main" id="{F2E6A748-7F0E-0D45-52A3-C86281D1938D}"/>
              </a:ext>
            </a:extLst>
          </p:cNvPr>
          <p:cNvSpPr/>
          <p:nvPr/>
        </p:nvSpPr>
        <p:spPr>
          <a:xfrm>
            <a:off x="8915400" y="4165854"/>
            <a:ext cx="1107765" cy="5105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B2F36"/>
                </a:solidFill>
                <a:effectLst/>
                <a:latin typeface="Calibri" panose="020F0502020204030204" pitchFamily="34" charset="0"/>
              </a:rPr>
              <a:t>Agency role TBC</a:t>
            </a:r>
          </a:p>
          <a:p>
            <a:pPr algn="l">
              <a:buNone/>
            </a:pPr>
            <a:r>
              <a:rPr lang="en-US" sz="100">
                <a:effectLst/>
              </a:rPr>
              <a:t> </a:t>
            </a:r>
            <a:endParaRPr lang="en-US"/>
          </a:p>
        </p:txBody>
      </p:sp>
      <p:sp>
        <p:nvSpPr>
          <p:cNvPr id="9328" name="st14">
            <a:extLst>
              <a:ext uri="{FF2B5EF4-FFF2-40B4-BE49-F238E27FC236}">
                <a16:creationId xmlns:a16="http://schemas.microsoft.com/office/drawing/2014/main" id="{2093D531-260E-670D-7769-83C67452D403}"/>
              </a:ext>
            </a:extLst>
          </p:cNvPr>
          <p:cNvSpPr/>
          <p:nvPr/>
        </p:nvSpPr>
        <p:spPr>
          <a:xfrm>
            <a:off x="10023165" y="4264914"/>
            <a:ext cx="1501323" cy="452323"/>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b="1">
                <a:solidFill>
                  <a:srgbClr val="2B2F36"/>
                </a:solidFill>
                <a:effectLst/>
                <a:latin typeface="Calibri" panose="020F0502020204030204" pitchFamily="34" charset="0"/>
              </a:rPr>
              <a:t>Amber</a:t>
            </a:r>
          </a:p>
          <a:p>
            <a:pPr algn="l">
              <a:buNone/>
            </a:pPr>
            <a:r>
              <a:rPr lang="en-US" sz="100">
                <a:effectLst/>
              </a:rPr>
              <a:t> </a:t>
            </a:r>
            <a:endParaRPr lang="en-US"/>
          </a:p>
        </p:txBody>
      </p:sp>
      <p:sp>
        <p:nvSpPr>
          <p:cNvPr id="9391" name="it15">
            <a:extLst>
              <a:ext uri="{FF2B5EF4-FFF2-40B4-BE49-F238E27FC236}">
                <a16:creationId xmlns:a16="http://schemas.microsoft.com/office/drawing/2014/main" id="{17D16A18-FB46-B40D-0D5B-140D95A14EF6}"/>
              </a:ext>
            </a:extLst>
          </p:cNvPr>
          <p:cNvSpPr/>
          <p:nvPr/>
        </p:nvSpPr>
        <p:spPr>
          <a:xfrm>
            <a:off x="6306312" y="4674870"/>
            <a:ext cx="2609088" cy="5105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B2F36"/>
                </a:solidFill>
                <a:effectLst/>
                <a:latin typeface="Calibri" panose="020F0502020204030204" pitchFamily="34" charset="0"/>
              </a:rPr>
              <a:t>UAE cash pooling, post-closing</a:t>
            </a:r>
          </a:p>
          <a:p>
            <a:pPr algn="l">
              <a:buNone/>
            </a:pPr>
            <a:r>
              <a:rPr lang="en-US" sz="100">
                <a:effectLst/>
              </a:rPr>
              <a:t> </a:t>
            </a:r>
            <a:endParaRPr lang="en-US"/>
          </a:p>
        </p:txBody>
      </p:sp>
      <p:sp>
        <p:nvSpPr>
          <p:cNvPr id="9455" name="due15">
            <a:extLst>
              <a:ext uri="{FF2B5EF4-FFF2-40B4-BE49-F238E27FC236}">
                <a16:creationId xmlns:a16="http://schemas.microsoft.com/office/drawing/2014/main" id="{E4DE2ECE-CB2E-E60E-C747-047CB1ED2E09}"/>
              </a:ext>
            </a:extLst>
          </p:cNvPr>
          <p:cNvSpPr/>
          <p:nvPr/>
        </p:nvSpPr>
        <p:spPr>
          <a:xfrm>
            <a:off x="8915400" y="4773930"/>
            <a:ext cx="1107765" cy="452323"/>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B2F36"/>
                </a:solidFill>
                <a:effectLst/>
                <a:latin typeface="Calibri" panose="020F0502020204030204" pitchFamily="34" charset="0"/>
              </a:rPr>
              <a:t>6–8 wks</a:t>
            </a:r>
          </a:p>
          <a:p>
            <a:pPr algn="l">
              <a:buNone/>
            </a:pPr>
            <a:r>
              <a:rPr lang="en-US" sz="100">
                <a:effectLst/>
              </a:rPr>
              <a:t> </a:t>
            </a:r>
            <a:endParaRPr lang="en-US"/>
          </a:p>
        </p:txBody>
      </p:sp>
      <p:sp>
        <p:nvSpPr>
          <p:cNvPr id="9520" name="st15">
            <a:extLst>
              <a:ext uri="{FF2B5EF4-FFF2-40B4-BE49-F238E27FC236}">
                <a16:creationId xmlns:a16="http://schemas.microsoft.com/office/drawing/2014/main" id="{5DD345C4-CCEE-279D-4934-9EE1054D3E01}"/>
              </a:ext>
            </a:extLst>
          </p:cNvPr>
          <p:cNvSpPr/>
          <p:nvPr/>
        </p:nvSpPr>
        <p:spPr>
          <a:xfrm>
            <a:off x="10023165" y="4773930"/>
            <a:ext cx="1501323" cy="452323"/>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b="1">
                <a:solidFill>
                  <a:srgbClr val="2B2F36"/>
                </a:solidFill>
                <a:effectLst/>
                <a:latin typeface="Calibri" panose="020F0502020204030204" pitchFamily="34" charset="0"/>
              </a:rPr>
              <a:t>Red</a:t>
            </a:r>
          </a:p>
          <a:p>
            <a:pPr algn="l">
              <a:buNone/>
            </a:pPr>
            <a:r>
              <a:rPr lang="en-US" sz="100">
                <a:effectLst/>
              </a:rPr>
              <a:t> </a:t>
            </a:r>
            <a:endParaRPr lang="en-US"/>
          </a:p>
        </p:txBody>
      </p:sp>
      <p:sp>
        <p:nvSpPr>
          <p:cNvPr id="9586" name="takeaway">
            <a:extLst>
              <a:ext uri="{FF2B5EF4-FFF2-40B4-BE49-F238E27FC236}">
                <a16:creationId xmlns:a16="http://schemas.microsoft.com/office/drawing/2014/main" id="{2229B10C-1E8D-EA66-0155-AF5A1CC1C3E3}"/>
              </a:ext>
            </a:extLst>
          </p:cNvPr>
          <p:cNvSpPr/>
          <p:nvPr/>
        </p:nvSpPr>
        <p:spPr>
          <a:xfrm>
            <a:off x="502920" y="5513070"/>
            <a:ext cx="11186160" cy="5410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4213D"/>
                </a:solidFill>
                <a:effectLst/>
                <a:latin typeface="Calibri" panose="020F0502020204030204" pitchFamily="34" charset="0"/>
              </a:rPr>
              <a:t>Compliance has no objection to the indicative, non-binding proposal; there is no binding commitment or signing until the items in crimson close.</a:t>
            </a:r>
          </a:p>
          <a:p>
            <a:pPr algn="l">
              <a:buNone/>
            </a:pPr>
            <a:r>
              <a:rPr lang="en-US" sz="100">
                <a:effectLst/>
              </a:rPr>
              <a:t> </a:t>
            </a:r>
            <a:endParaRPr lang="en-US"/>
          </a:p>
        </p:txBody>
      </p:sp>
      <p:sp>
        <p:nvSpPr>
          <p:cNvPr id="9653" name="source9">
            <a:extLst>
              <a:ext uri="{FF2B5EF4-FFF2-40B4-BE49-F238E27FC236}">
                <a16:creationId xmlns:a16="http://schemas.microsoft.com/office/drawing/2014/main" id="{8C7721A4-5F28-EA52-7B6A-E6035BBE3AA0}"/>
              </a:ext>
            </a:extLst>
          </p:cNvPr>
          <p:cNvSpPr/>
          <p:nvPr/>
        </p:nvSpPr>
        <p:spPr>
          <a:xfrm>
            <a:off x="502920" y="6080760"/>
            <a:ext cx="1118616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F6672"/>
                </a:solidFill>
                <a:effectLst/>
                <a:latin typeface="Calibri" panose="020F0502020204030204" pitchFamily="34" charset="0"/>
              </a:rPr>
              <a:t>Source: Compliance Review Note and Operational Readiness Note, Tuesday 27 October 2026</a:t>
            </a:r>
          </a:p>
          <a:p>
            <a:pPr algn="l">
              <a:buNone/>
            </a:pPr>
            <a:r>
              <a:rPr lang="en-US" sz="100">
                <a:effectLst/>
              </a:rPr>
              <a:t> </a:t>
            </a:r>
            <a:endParaRPr lang="en-US"/>
          </a:p>
        </p:txBody>
      </p:sp>
    </p:spTree>
    <p:extLst>
      <p:ext uri="{BB962C8B-B14F-4D97-AF65-F5344CB8AC3E}">
        <p14:creationId xmlns:p14="http://schemas.microsoft.com/office/powerpoint/2010/main" val="31023854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721" name="label10">
            <a:extLst>
              <a:ext uri="{FF2B5EF4-FFF2-40B4-BE49-F238E27FC236}">
                <a16:creationId xmlns:a16="http://schemas.microsoft.com/office/drawing/2014/main" id="{DA66D191-C937-911F-4155-8B3D9336D556}"/>
              </a:ext>
            </a:extLst>
          </p:cNvPr>
          <p:cNvSpPr/>
          <p:nvPr/>
        </p:nvSpPr>
        <p:spPr>
          <a:xfrm>
            <a:off x="502920" y="457200"/>
            <a:ext cx="5486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F6672"/>
                </a:solidFill>
                <a:effectLst/>
                <a:latin typeface="Calibri" panose="020F0502020204030204" pitchFamily="34" charset="0"/>
              </a:rPr>
              <a:t>Example output – fictional training scenario</a:t>
            </a:r>
          </a:p>
          <a:p>
            <a:pPr algn="l">
              <a:buNone/>
            </a:pPr>
            <a:r>
              <a:rPr lang="en-US" sz="100">
                <a:effectLst/>
              </a:rPr>
              <a:t> </a:t>
            </a:r>
            <a:endParaRPr lang="en-US"/>
          </a:p>
        </p:txBody>
      </p:sp>
      <p:sp>
        <p:nvSpPr>
          <p:cNvPr id="9790" name="title10">
            <a:extLst>
              <a:ext uri="{FF2B5EF4-FFF2-40B4-BE49-F238E27FC236}">
                <a16:creationId xmlns:a16="http://schemas.microsoft.com/office/drawing/2014/main" id="{D3775B77-DD74-51F2-7D67-D40677AC8875}"/>
              </a:ext>
            </a:extLst>
          </p:cNvPr>
          <p:cNvSpPr/>
          <p:nvPr/>
        </p:nvSpPr>
        <p:spPr>
          <a:xfrm>
            <a:off x="502920" y="777240"/>
            <a:ext cx="1118616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a:solidFill>
                  <a:srgbClr val="14213D"/>
                </a:solidFill>
                <a:effectLst/>
                <a:latin typeface="Georgia" panose="02040502050405020303" pitchFamily="18" charset="0"/>
              </a:rPr>
              <a:t>Recommendation: approve with conditions</a:t>
            </a:r>
          </a:p>
          <a:p>
            <a:pPr algn="l">
              <a:buNone/>
            </a:pPr>
            <a:r>
              <a:rPr lang="en-US" sz="100">
                <a:effectLst/>
              </a:rPr>
              <a:t> </a:t>
            </a:r>
            <a:endParaRPr lang="en-US"/>
          </a:p>
        </p:txBody>
      </p:sp>
      <p:sp>
        <p:nvSpPr>
          <p:cNvPr id="9860" name="whyEyebrow">
            <a:extLst>
              <a:ext uri="{FF2B5EF4-FFF2-40B4-BE49-F238E27FC236}">
                <a16:creationId xmlns:a16="http://schemas.microsoft.com/office/drawing/2014/main" id="{31D85D32-853E-916E-A63C-47243C2849E1}"/>
              </a:ext>
            </a:extLst>
          </p:cNvPr>
          <p:cNvSpPr/>
          <p:nvPr/>
        </p:nvSpPr>
        <p:spPr>
          <a:xfrm>
            <a:off x="502920" y="1600200"/>
            <a:ext cx="1118616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A6192E"/>
                </a:solidFill>
                <a:effectLst/>
                <a:latin typeface="Calibri" panose="020F0502020204030204" pitchFamily="34" charset="0"/>
              </a:rPr>
              <a:t>WHY €250M</a:t>
            </a:r>
          </a:p>
          <a:p>
            <a:pPr algn="l">
              <a:buNone/>
            </a:pPr>
            <a:r>
              <a:rPr lang="en-US" sz="100">
                <a:effectLst/>
              </a:rPr>
              <a:t> </a:t>
            </a:r>
            <a:endParaRPr lang="en-US"/>
          </a:p>
        </p:txBody>
      </p:sp>
      <p:sp>
        <p:nvSpPr>
          <p:cNvPr id="9931" name="whyFig0">
            <a:extLst>
              <a:ext uri="{FF2B5EF4-FFF2-40B4-BE49-F238E27FC236}">
                <a16:creationId xmlns:a16="http://schemas.microsoft.com/office/drawing/2014/main" id="{01B1F592-F906-7EF2-AF86-4E8EDA15FBA0}"/>
              </a:ext>
            </a:extLst>
          </p:cNvPr>
          <p:cNvSpPr/>
          <p:nvPr/>
        </p:nvSpPr>
        <p:spPr>
          <a:xfrm>
            <a:off x="502920" y="1965960"/>
            <a:ext cx="3667760" cy="6324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400" b="1">
                <a:solidFill>
                  <a:srgbClr val="14213D"/>
                </a:solidFill>
                <a:effectLst/>
                <a:latin typeface="Calibri" panose="020F0502020204030204" pitchFamily="34" charset="0"/>
              </a:rPr>
              <a:t>14.90%</a:t>
            </a:r>
          </a:p>
          <a:p>
            <a:pPr algn="l">
              <a:buNone/>
            </a:pPr>
            <a:r>
              <a:rPr lang="en-US" sz="100">
                <a:effectLst/>
              </a:rPr>
              <a:t> </a:t>
            </a:r>
            <a:endParaRPr lang="en-US"/>
          </a:p>
        </p:txBody>
      </p:sp>
      <p:sp>
        <p:nvSpPr>
          <p:cNvPr id="10003" name="whyCap0">
            <a:extLst>
              <a:ext uri="{FF2B5EF4-FFF2-40B4-BE49-F238E27FC236}">
                <a16:creationId xmlns:a16="http://schemas.microsoft.com/office/drawing/2014/main" id="{F8FC91E6-CAAD-FE7C-68CD-9DFCC0ACD7CC}"/>
              </a:ext>
            </a:extLst>
          </p:cNvPr>
          <p:cNvSpPr/>
          <p:nvPr/>
        </p:nvSpPr>
        <p:spPr>
          <a:xfrm>
            <a:off x="502920" y="2598420"/>
            <a:ext cx="3667760" cy="7086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B2F36"/>
                </a:solidFill>
                <a:effectLst/>
                <a:latin typeface="Calibri" panose="020F0502020204030204" pitchFamily="34" charset="0"/>
              </a:rPr>
              <a:t>Industrials incl. pipeline, within the 15% limit (≈€32m headroom); €300m would breach</a:t>
            </a:r>
          </a:p>
          <a:p>
            <a:pPr algn="l">
              <a:buNone/>
            </a:pPr>
            <a:r>
              <a:rPr lang="en-US" sz="100">
                <a:effectLst/>
              </a:rPr>
              <a:t> </a:t>
            </a:r>
            <a:endParaRPr lang="en-US"/>
          </a:p>
        </p:txBody>
      </p:sp>
      <p:sp>
        <p:nvSpPr>
          <p:cNvPr id="10076" name="whyFig1">
            <a:extLst>
              <a:ext uri="{FF2B5EF4-FFF2-40B4-BE49-F238E27FC236}">
                <a16:creationId xmlns:a16="http://schemas.microsoft.com/office/drawing/2014/main" id="{CD7E2091-1CF4-B89B-A6E1-A44D2719C6F3}"/>
              </a:ext>
            </a:extLst>
          </p:cNvPr>
          <p:cNvSpPr/>
          <p:nvPr/>
        </p:nvSpPr>
        <p:spPr>
          <a:xfrm>
            <a:off x="4262120" y="1965960"/>
            <a:ext cx="3667760" cy="6324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400" b="1">
                <a:solidFill>
                  <a:srgbClr val="14213D"/>
                </a:solidFill>
                <a:effectLst/>
                <a:latin typeface="Calibri" panose="020F0502020204030204" pitchFamily="34" charset="0"/>
              </a:rPr>
              <a:t>3.20%</a:t>
            </a:r>
          </a:p>
          <a:p>
            <a:pPr algn="l">
              <a:buNone/>
            </a:pPr>
            <a:r>
              <a:rPr lang="en-US" sz="100">
                <a:effectLst/>
              </a:rPr>
              <a:t> </a:t>
            </a:r>
            <a:endParaRPr lang="en-US"/>
          </a:p>
        </p:txBody>
      </p:sp>
      <p:sp>
        <p:nvSpPr>
          <p:cNvPr id="10150" name="whyCap1">
            <a:extLst>
              <a:ext uri="{FF2B5EF4-FFF2-40B4-BE49-F238E27FC236}">
                <a16:creationId xmlns:a16="http://schemas.microsoft.com/office/drawing/2014/main" id="{15EC9513-AA4E-FF0B-68CF-108FE154B41B}"/>
              </a:ext>
            </a:extLst>
          </p:cNvPr>
          <p:cNvSpPr/>
          <p:nvPr/>
        </p:nvSpPr>
        <p:spPr>
          <a:xfrm>
            <a:off x="4262120" y="2598420"/>
            <a:ext cx="3667760" cy="7086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B2F36"/>
                </a:solidFill>
                <a:effectLst/>
                <a:latin typeface="Calibri" panose="020F0502020204030204" pitchFamily="34" charset="0"/>
              </a:rPr>
              <a:t>RoRWA incl. ancillary business: the best of the three options, above the 2.5% hurdle</a:t>
            </a:r>
          </a:p>
          <a:p>
            <a:pPr algn="l">
              <a:buNone/>
            </a:pPr>
            <a:r>
              <a:rPr lang="en-US" sz="100">
                <a:effectLst/>
              </a:rPr>
              <a:t> </a:t>
            </a:r>
            <a:endParaRPr lang="en-US"/>
          </a:p>
        </p:txBody>
      </p:sp>
      <p:sp>
        <p:nvSpPr>
          <p:cNvPr id="10225" name="whyFig2">
            <a:extLst>
              <a:ext uri="{FF2B5EF4-FFF2-40B4-BE49-F238E27FC236}">
                <a16:creationId xmlns:a16="http://schemas.microsoft.com/office/drawing/2014/main" id="{9045BE93-1C03-FD83-9A01-60218E70033D}"/>
              </a:ext>
            </a:extLst>
          </p:cNvPr>
          <p:cNvSpPr/>
          <p:nvPr/>
        </p:nvSpPr>
        <p:spPr>
          <a:xfrm>
            <a:off x="8021320" y="1965960"/>
            <a:ext cx="3667760" cy="6324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400" b="1">
                <a:solidFill>
                  <a:srgbClr val="14213D"/>
                </a:solidFill>
                <a:effectLst/>
                <a:latin typeface="Calibri" panose="020F0502020204030204" pitchFamily="34" charset="0"/>
              </a:rPr>
              <a:t>€1.5m</a:t>
            </a:r>
          </a:p>
          <a:p>
            <a:pPr algn="l">
              <a:buNone/>
            </a:pPr>
            <a:r>
              <a:rPr lang="en-US" sz="100">
                <a:effectLst/>
              </a:rPr>
              <a:t> </a:t>
            </a:r>
            <a:endParaRPr lang="en-US"/>
          </a:p>
        </p:txBody>
      </p:sp>
      <p:sp>
        <p:nvSpPr>
          <p:cNvPr id="10301" name="whyCap2">
            <a:extLst>
              <a:ext uri="{FF2B5EF4-FFF2-40B4-BE49-F238E27FC236}">
                <a16:creationId xmlns:a16="http://schemas.microsoft.com/office/drawing/2014/main" id="{01C50E9F-B630-F253-6E0C-EE45F6517B20}"/>
              </a:ext>
            </a:extLst>
          </p:cNvPr>
          <p:cNvSpPr/>
          <p:nvPr/>
        </p:nvSpPr>
        <p:spPr>
          <a:xfrm>
            <a:off x="8021320" y="2598420"/>
            <a:ext cx="3667760" cy="7086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B2F36"/>
                </a:solidFill>
                <a:effectLst/>
                <a:latin typeface="Calibri" panose="020F0502020204030204" pitchFamily="34" charset="0"/>
              </a:rPr>
              <a:t>Hedging revenue a year as coordinator – a role for arrangers holding €250m or more</a:t>
            </a:r>
          </a:p>
          <a:p>
            <a:pPr algn="l">
              <a:buNone/>
            </a:pPr>
            <a:r>
              <a:rPr lang="en-US" sz="100">
                <a:effectLst/>
              </a:rPr>
              <a:t> </a:t>
            </a:r>
            <a:endParaRPr lang="en-US"/>
          </a:p>
        </p:txBody>
      </p:sp>
      <p:sp>
        <p:nvSpPr>
          <p:cNvPr id="10378" name="condEyebrow">
            <a:extLst>
              <a:ext uri="{FF2B5EF4-FFF2-40B4-BE49-F238E27FC236}">
                <a16:creationId xmlns:a16="http://schemas.microsoft.com/office/drawing/2014/main" id="{F1F6F3AA-CE65-9686-D72F-A1A670B0DF63}"/>
              </a:ext>
            </a:extLst>
          </p:cNvPr>
          <p:cNvSpPr/>
          <p:nvPr/>
        </p:nvSpPr>
        <p:spPr>
          <a:xfrm>
            <a:off x="502920" y="3581400"/>
            <a:ext cx="1118616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4213D"/>
                </a:solidFill>
                <a:effectLst/>
                <a:latin typeface="Calibri" panose="020F0502020204030204" pitchFamily="34" charset="0"/>
              </a:rPr>
              <a:t>THREE CONDITIONS</a:t>
            </a:r>
          </a:p>
          <a:p>
            <a:pPr algn="l">
              <a:buNone/>
            </a:pPr>
            <a:r>
              <a:rPr lang="en-US" sz="100">
                <a:effectLst/>
              </a:rPr>
              <a:t> </a:t>
            </a:r>
            <a:endParaRPr lang="en-US"/>
          </a:p>
        </p:txBody>
      </p:sp>
      <p:sp>
        <p:nvSpPr>
          <p:cNvPr id="10456" name="condCard0">
            <a:extLst>
              <a:ext uri="{FF2B5EF4-FFF2-40B4-BE49-F238E27FC236}">
                <a16:creationId xmlns:a16="http://schemas.microsoft.com/office/drawing/2014/main" id="{0C806CD7-B442-171E-EDF0-44180EE2D262}"/>
              </a:ext>
            </a:extLst>
          </p:cNvPr>
          <p:cNvSpPr/>
          <p:nvPr/>
        </p:nvSpPr>
        <p:spPr>
          <a:xfrm>
            <a:off x="594360" y="3947160"/>
            <a:ext cx="3484880" cy="2087880"/>
          </a:xfrm>
          <a:prstGeom prst="rect">
            <a:avLst/>
          </a:prstGeom>
          <a:solidFill>
            <a:srgbClr val="EDF0F5"/>
          </a:solidFill>
          <a:ln w="12700">
            <a:solidFill>
              <a:srgbClr val="EDF0F5">
                <a:alpha val="0"/>
              </a:srgbClr>
            </a:solidFill>
          </a:ln>
          <a:effectLst>
            <a:outerShdw blurRad="101600" dist="25400" dir="5400000" algn="ctr" rotWithShape="0">
              <a:srgbClr val="2B2F36">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535" name="condCard1">
            <a:extLst>
              <a:ext uri="{FF2B5EF4-FFF2-40B4-BE49-F238E27FC236}">
                <a16:creationId xmlns:a16="http://schemas.microsoft.com/office/drawing/2014/main" id="{1604B6DC-8A5D-0565-8077-7D3984D2B24F}"/>
              </a:ext>
            </a:extLst>
          </p:cNvPr>
          <p:cNvSpPr/>
          <p:nvPr/>
        </p:nvSpPr>
        <p:spPr>
          <a:xfrm>
            <a:off x="4353560" y="3947160"/>
            <a:ext cx="3484880" cy="2087880"/>
          </a:xfrm>
          <a:prstGeom prst="rect">
            <a:avLst/>
          </a:prstGeom>
          <a:solidFill>
            <a:srgbClr val="EDF0F5"/>
          </a:solidFill>
          <a:ln w="12700">
            <a:solidFill>
              <a:srgbClr val="EDF0F5">
                <a:alpha val="0"/>
              </a:srgbClr>
            </a:solidFill>
          </a:ln>
          <a:effectLst>
            <a:outerShdw blurRad="101600" dist="25400" dir="5400000" algn="ctr" rotWithShape="0">
              <a:srgbClr val="2B2F36">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615" name="condCard2">
            <a:extLst>
              <a:ext uri="{FF2B5EF4-FFF2-40B4-BE49-F238E27FC236}">
                <a16:creationId xmlns:a16="http://schemas.microsoft.com/office/drawing/2014/main" id="{13A975A3-CB80-3AAD-477C-EEB92833C806}"/>
              </a:ext>
            </a:extLst>
          </p:cNvPr>
          <p:cNvSpPr/>
          <p:nvPr/>
        </p:nvSpPr>
        <p:spPr>
          <a:xfrm>
            <a:off x="8112760" y="3947160"/>
            <a:ext cx="3484880" cy="2087880"/>
          </a:xfrm>
          <a:prstGeom prst="rect">
            <a:avLst/>
          </a:prstGeom>
          <a:solidFill>
            <a:srgbClr val="EDF0F5"/>
          </a:solidFill>
          <a:ln w="12700">
            <a:solidFill>
              <a:srgbClr val="EDF0F5">
                <a:alpha val="0"/>
              </a:srgbClr>
            </a:solidFill>
          </a:ln>
          <a:effectLst>
            <a:outerShdw blurRad="101600" dist="25400" dir="5400000" algn="ctr" rotWithShape="0">
              <a:srgbClr val="2B2F36">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696" name="condT0">
            <a:extLst>
              <a:ext uri="{FF2B5EF4-FFF2-40B4-BE49-F238E27FC236}">
                <a16:creationId xmlns:a16="http://schemas.microsoft.com/office/drawing/2014/main" id="{EE3E63A8-E584-D495-B9CA-75435904A4D2}"/>
              </a:ext>
            </a:extLst>
          </p:cNvPr>
          <p:cNvSpPr/>
          <p:nvPr/>
        </p:nvSpPr>
        <p:spPr>
          <a:xfrm>
            <a:off x="667512" y="4057650"/>
            <a:ext cx="3338576" cy="5715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b="1">
                <a:solidFill>
                  <a:srgbClr val="14213D"/>
                </a:solidFill>
                <a:effectLst/>
                <a:latin typeface="Calibri" panose="020F0502020204030204" pitchFamily="34" charset="0"/>
              </a:rPr>
              <a:t>1. Close open compliance items</a:t>
            </a:r>
          </a:p>
          <a:p>
            <a:pPr algn="l">
              <a:buNone/>
            </a:pPr>
            <a:r>
              <a:rPr lang="en-US" sz="100">
                <a:effectLst/>
              </a:rPr>
              <a:t> </a:t>
            </a:r>
            <a:endParaRPr lang="en-US"/>
          </a:p>
        </p:txBody>
      </p:sp>
      <p:sp>
        <p:nvSpPr>
          <p:cNvPr id="10778" name="condD0">
            <a:extLst>
              <a:ext uri="{FF2B5EF4-FFF2-40B4-BE49-F238E27FC236}">
                <a16:creationId xmlns:a16="http://schemas.microsoft.com/office/drawing/2014/main" id="{7E0559A0-4423-CECF-40F6-4F03DFB7121C}"/>
              </a:ext>
            </a:extLst>
          </p:cNvPr>
          <p:cNvSpPr/>
          <p:nvPr/>
        </p:nvSpPr>
        <p:spPr>
          <a:xfrm>
            <a:off x="667512" y="4674870"/>
            <a:ext cx="3338576" cy="9067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B2F36"/>
                </a:solidFill>
                <a:effectLst/>
                <a:latin typeface="Calibri" panose="020F0502020204030204" pitchFamily="34" charset="0"/>
              </a:rPr>
              <a:t>UBO confirmation (due 11 Nov) and target-group screening (due 6 Nov), closed before signing</a:t>
            </a:r>
          </a:p>
          <a:p>
            <a:pPr algn="l">
              <a:buNone/>
            </a:pPr>
            <a:r>
              <a:rPr lang="en-US" sz="100">
                <a:effectLst/>
              </a:rPr>
              <a:t> </a:t>
            </a:r>
            <a:endParaRPr lang="en-US"/>
          </a:p>
        </p:txBody>
      </p:sp>
      <p:sp>
        <p:nvSpPr>
          <p:cNvPr id="10861" name="condO0">
            <a:extLst>
              <a:ext uri="{FF2B5EF4-FFF2-40B4-BE49-F238E27FC236}">
                <a16:creationId xmlns:a16="http://schemas.microsoft.com/office/drawing/2014/main" id="{7C9A6986-CCBC-9A8A-00DF-4BC5A24A6B2C}"/>
              </a:ext>
            </a:extLst>
          </p:cNvPr>
          <p:cNvSpPr/>
          <p:nvPr/>
        </p:nvSpPr>
        <p:spPr>
          <a:xfrm>
            <a:off x="667512" y="5627370"/>
            <a:ext cx="3338576"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i="1">
                <a:solidFill>
                  <a:srgbClr val="5F6672"/>
                </a:solidFill>
                <a:effectLst/>
                <a:latin typeface="Calibri" panose="020F0502020204030204" pitchFamily="34" charset="0"/>
              </a:rPr>
              <a:t>Owner: Karim Benali</a:t>
            </a:r>
          </a:p>
          <a:p>
            <a:pPr algn="l">
              <a:buNone/>
            </a:pPr>
            <a:r>
              <a:rPr lang="en-US" sz="100">
                <a:effectLst/>
              </a:rPr>
              <a:t> </a:t>
            </a:r>
            <a:endParaRPr lang="en-US"/>
          </a:p>
        </p:txBody>
      </p:sp>
      <p:sp>
        <p:nvSpPr>
          <p:cNvPr id="10945" name="condT1">
            <a:extLst>
              <a:ext uri="{FF2B5EF4-FFF2-40B4-BE49-F238E27FC236}">
                <a16:creationId xmlns:a16="http://schemas.microsoft.com/office/drawing/2014/main" id="{1AD5F8EB-8579-2945-8756-2631FCEC5212}"/>
              </a:ext>
            </a:extLst>
          </p:cNvPr>
          <p:cNvSpPr/>
          <p:nvPr/>
        </p:nvSpPr>
        <p:spPr>
          <a:xfrm>
            <a:off x="4426712" y="4057650"/>
            <a:ext cx="3338576" cy="5715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b="1">
                <a:solidFill>
                  <a:srgbClr val="14213D"/>
                </a:solidFill>
                <a:effectLst/>
                <a:latin typeface="Calibri" panose="020F0502020204030204" pitchFamily="34" charset="0"/>
              </a:rPr>
              <a:t>2. Satisfactory ESG due diligence</a:t>
            </a:r>
          </a:p>
          <a:p>
            <a:pPr algn="l">
              <a:buNone/>
            </a:pPr>
            <a:r>
              <a:rPr lang="en-US" sz="100">
                <a:effectLst/>
              </a:rPr>
              <a:t> </a:t>
            </a:r>
            <a:endParaRPr lang="en-US"/>
          </a:p>
        </p:txBody>
      </p:sp>
      <p:sp>
        <p:nvSpPr>
          <p:cNvPr id="11030" name="condD1">
            <a:extLst>
              <a:ext uri="{FF2B5EF4-FFF2-40B4-BE49-F238E27FC236}">
                <a16:creationId xmlns:a16="http://schemas.microsoft.com/office/drawing/2014/main" id="{4BC1B560-3DAD-099A-F723-C1899B86682E}"/>
              </a:ext>
            </a:extLst>
          </p:cNvPr>
          <p:cNvSpPr/>
          <p:nvPr/>
        </p:nvSpPr>
        <p:spPr>
          <a:xfrm>
            <a:off x="4426712" y="4674870"/>
            <a:ext cx="3338576" cy="9067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B2F36"/>
                </a:solidFill>
                <a:effectLst/>
                <a:latin typeface="Calibri" panose="020F0502020204030204" pitchFamily="34" charset="0"/>
              </a:rPr>
              <a:t>Dunkirk plant report due 13 Nov; the outcome must be satisfactory before signing</a:t>
            </a:r>
          </a:p>
          <a:p>
            <a:pPr algn="l">
              <a:buNone/>
            </a:pPr>
            <a:r>
              <a:rPr lang="en-US" sz="100">
                <a:effectLst/>
              </a:rPr>
              <a:t> </a:t>
            </a:r>
            <a:endParaRPr lang="en-US"/>
          </a:p>
        </p:txBody>
      </p:sp>
      <p:sp>
        <p:nvSpPr>
          <p:cNvPr id="11116" name="condO1">
            <a:extLst>
              <a:ext uri="{FF2B5EF4-FFF2-40B4-BE49-F238E27FC236}">
                <a16:creationId xmlns:a16="http://schemas.microsoft.com/office/drawing/2014/main" id="{B40D4C5F-2D72-70C3-DD67-0BCEBED23B0D}"/>
              </a:ext>
            </a:extLst>
          </p:cNvPr>
          <p:cNvSpPr/>
          <p:nvPr/>
        </p:nvSpPr>
        <p:spPr>
          <a:xfrm>
            <a:off x="4426712" y="5627370"/>
            <a:ext cx="3338576"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i="1">
                <a:solidFill>
                  <a:srgbClr val="5F6672"/>
                </a:solidFill>
                <a:effectLst/>
                <a:latin typeface="Calibri" panose="020F0502020204030204" pitchFamily="34" charset="0"/>
              </a:rPr>
              <a:t>Owner: Karim Benali</a:t>
            </a:r>
          </a:p>
          <a:p>
            <a:pPr algn="l">
              <a:buNone/>
            </a:pPr>
            <a:r>
              <a:rPr lang="en-US" sz="100">
                <a:effectLst/>
              </a:rPr>
              <a:t> </a:t>
            </a:r>
            <a:endParaRPr lang="en-US"/>
          </a:p>
        </p:txBody>
      </p:sp>
      <p:sp>
        <p:nvSpPr>
          <p:cNvPr id="11203" name="condT2">
            <a:extLst>
              <a:ext uri="{FF2B5EF4-FFF2-40B4-BE49-F238E27FC236}">
                <a16:creationId xmlns:a16="http://schemas.microsoft.com/office/drawing/2014/main" id="{CA35F60C-4580-1ACC-90DB-C27F4F1BB977}"/>
              </a:ext>
            </a:extLst>
          </p:cNvPr>
          <p:cNvSpPr/>
          <p:nvPr/>
        </p:nvSpPr>
        <p:spPr>
          <a:xfrm>
            <a:off x="8185912" y="4057650"/>
            <a:ext cx="3338576" cy="5715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b="1">
                <a:solidFill>
                  <a:srgbClr val="14213D"/>
                </a:solidFill>
                <a:effectLst/>
                <a:latin typeface="Calibri" panose="020F0502020204030204" pitchFamily="34" charset="0"/>
              </a:rPr>
              <a:t>3. Agree the hedging strategy</a:t>
            </a:r>
          </a:p>
          <a:p>
            <a:pPr algn="l">
              <a:buNone/>
            </a:pPr>
            <a:r>
              <a:rPr lang="en-US" sz="100">
                <a:effectLst/>
              </a:rPr>
              <a:t> </a:t>
            </a:r>
            <a:endParaRPr lang="en-US"/>
          </a:p>
        </p:txBody>
      </p:sp>
      <p:sp>
        <p:nvSpPr>
          <p:cNvPr id="11291" name="condD2">
            <a:extLst>
              <a:ext uri="{FF2B5EF4-FFF2-40B4-BE49-F238E27FC236}">
                <a16:creationId xmlns:a16="http://schemas.microsoft.com/office/drawing/2014/main" id="{54C8BCF5-8748-B8A6-5828-DA5FA3A0AFBF}"/>
              </a:ext>
            </a:extLst>
          </p:cNvPr>
          <p:cNvSpPr/>
          <p:nvPr/>
        </p:nvSpPr>
        <p:spPr>
          <a:xfrm>
            <a:off x="8185912" y="4674870"/>
            <a:ext cx="3338576" cy="9067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B2F36"/>
                </a:solidFill>
                <a:effectLst/>
                <a:latin typeface="Calibri" panose="020F0502020204030204" pitchFamily="34" charset="0"/>
              </a:rPr>
              <a:t>With the client, MUFG as hedging coordinator; Global Markets to confirm appetite and pricing</a:t>
            </a:r>
          </a:p>
          <a:p>
            <a:pPr algn="l">
              <a:buNone/>
            </a:pPr>
            <a:r>
              <a:rPr lang="en-US" sz="100">
                <a:effectLst/>
              </a:rPr>
              <a:t> </a:t>
            </a:r>
            <a:endParaRPr lang="en-US"/>
          </a:p>
        </p:txBody>
      </p:sp>
      <p:sp>
        <p:nvSpPr>
          <p:cNvPr id="11380" name="condO2">
            <a:extLst>
              <a:ext uri="{FF2B5EF4-FFF2-40B4-BE49-F238E27FC236}">
                <a16:creationId xmlns:a16="http://schemas.microsoft.com/office/drawing/2014/main" id="{54FEEFC9-0674-28C9-B263-D2BB5317B111}"/>
              </a:ext>
            </a:extLst>
          </p:cNvPr>
          <p:cNvSpPr/>
          <p:nvPr/>
        </p:nvSpPr>
        <p:spPr>
          <a:xfrm>
            <a:off x="8185912" y="5627370"/>
            <a:ext cx="3338576"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i="1">
                <a:solidFill>
                  <a:srgbClr val="5F6672"/>
                </a:solidFill>
                <a:effectLst/>
                <a:latin typeface="Calibri" panose="020F0502020204030204" pitchFamily="34" charset="0"/>
              </a:rPr>
              <a:t>Owner: to be confirmed</a:t>
            </a:r>
          </a:p>
          <a:p>
            <a:pPr algn="l">
              <a:buNone/>
            </a:pPr>
            <a:r>
              <a:rPr lang="en-US" sz="100">
                <a:effectLst/>
              </a:rPr>
              <a:t> </a:t>
            </a:r>
            <a:endParaRPr lang="en-US"/>
          </a:p>
        </p:txBody>
      </p:sp>
      <p:sp>
        <p:nvSpPr>
          <p:cNvPr id="11470" name="source10">
            <a:extLst>
              <a:ext uri="{FF2B5EF4-FFF2-40B4-BE49-F238E27FC236}">
                <a16:creationId xmlns:a16="http://schemas.microsoft.com/office/drawing/2014/main" id="{8C3D3CE9-A5E2-686B-A725-CFF07B12682C}"/>
              </a:ext>
            </a:extLst>
          </p:cNvPr>
          <p:cNvSpPr/>
          <p:nvPr/>
        </p:nvSpPr>
        <p:spPr>
          <a:xfrm>
            <a:off x="502920" y="6080760"/>
            <a:ext cx="1118616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F6672"/>
                </a:solidFill>
                <a:effectLst/>
                <a:latin typeface="Calibri" panose="020F0502020204030204" pitchFamily="34" charset="0"/>
              </a:rPr>
              <a:t>Source: Executive Briefing – Project Meridian (Final); Credit and Compliance Review, 27 October 2026</a:t>
            </a:r>
          </a:p>
          <a:p>
            <a:pPr algn="l">
              <a:buNone/>
            </a:pPr>
            <a:r>
              <a:rPr lang="en-US" sz="100">
                <a:effectLst/>
              </a:rPr>
              <a:t> </a:t>
            </a:r>
            <a:endParaRPr lang="en-US"/>
          </a:p>
        </p:txBody>
      </p:sp>
    </p:spTree>
    <p:extLst>
      <p:ext uri="{BB962C8B-B14F-4D97-AF65-F5344CB8AC3E}">
        <p14:creationId xmlns:p14="http://schemas.microsoft.com/office/powerpoint/2010/main" val="13124198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561" name="label11">
            <a:extLst>
              <a:ext uri="{FF2B5EF4-FFF2-40B4-BE49-F238E27FC236}">
                <a16:creationId xmlns:a16="http://schemas.microsoft.com/office/drawing/2014/main" id="{1062D74A-79DE-6311-CBC7-328A5C39093E}"/>
              </a:ext>
            </a:extLst>
          </p:cNvPr>
          <p:cNvSpPr/>
          <p:nvPr/>
        </p:nvSpPr>
        <p:spPr>
          <a:xfrm>
            <a:off x="502920" y="457200"/>
            <a:ext cx="5486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F6672"/>
                </a:solidFill>
                <a:effectLst/>
                <a:latin typeface="Calibri" panose="020F0502020204030204" pitchFamily="34" charset="0"/>
              </a:rPr>
              <a:t>Example output – fictional training scenario</a:t>
            </a:r>
          </a:p>
          <a:p>
            <a:pPr algn="l">
              <a:buNone/>
            </a:pPr>
            <a:r>
              <a:rPr lang="en-US" sz="100">
                <a:effectLst/>
              </a:rPr>
              <a:t> </a:t>
            </a:r>
            <a:endParaRPr lang="en-US"/>
          </a:p>
        </p:txBody>
      </p:sp>
      <p:sp>
        <p:nvSpPr>
          <p:cNvPr id="11653" name="title11">
            <a:extLst>
              <a:ext uri="{FF2B5EF4-FFF2-40B4-BE49-F238E27FC236}">
                <a16:creationId xmlns:a16="http://schemas.microsoft.com/office/drawing/2014/main" id="{D73C035D-3F08-9171-58C3-400E4E5E15CD}"/>
              </a:ext>
            </a:extLst>
          </p:cNvPr>
          <p:cNvSpPr/>
          <p:nvPr/>
        </p:nvSpPr>
        <p:spPr>
          <a:xfrm>
            <a:off x="502920" y="777240"/>
            <a:ext cx="1118616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a:solidFill>
                  <a:srgbClr val="14213D"/>
                </a:solidFill>
                <a:effectLst/>
                <a:latin typeface="Georgia" panose="02040502050405020303" pitchFamily="18" charset="0"/>
              </a:rPr>
              <a:t>Next steps to a mid-December signing</a:t>
            </a:r>
          </a:p>
          <a:p>
            <a:pPr algn="l">
              <a:buNone/>
            </a:pPr>
            <a:r>
              <a:rPr lang="en-US" sz="100">
                <a:effectLst/>
              </a:rPr>
              <a:t> </a:t>
            </a:r>
            <a:endParaRPr lang="en-US"/>
          </a:p>
        </p:txBody>
      </p:sp>
      <p:sp>
        <p:nvSpPr>
          <p:cNvPr id="11746" name="rail">
            <a:extLst>
              <a:ext uri="{FF2B5EF4-FFF2-40B4-BE49-F238E27FC236}">
                <a16:creationId xmlns:a16="http://schemas.microsoft.com/office/drawing/2014/main" id="{3D1EE209-291E-B1AE-BD4B-820EAE64BA15}"/>
              </a:ext>
            </a:extLst>
          </p:cNvPr>
          <p:cNvSpPr/>
          <p:nvPr/>
        </p:nvSpPr>
        <p:spPr>
          <a:xfrm>
            <a:off x="594360" y="2459355"/>
            <a:ext cx="11003280" cy="19050"/>
          </a:xfrm>
          <a:prstGeom prst="rect">
            <a:avLst/>
          </a:prstGeom>
          <a:solidFill>
            <a:srgbClr val="9AA5B5"/>
          </a:solidFill>
          <a:ln w="3175">
            <a:solidFill>
              <a:srgbClr val="9AA5B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840" name="msDate0">
            <a:extLst>
              <a:ext uri="{FF2B5EF4-FFF2-40B4-BE49-F238E27FC236}">
                <a16:creationId xmlns:a16="http://schemas.microsoft.com/office/drawing/2014/main" id="{AF705C91-662C-2237-FDA7-50F6376E6BD9}"/>
              </a:ext>
            </a:extLst>
          </p:cNvPr>
          <p:cNvSpPr/>
          <p:nvPr/>
        </p:nvSpPr>
        <p:spPr>
          <a:xfrm>
            <a:off x="617220" y="1874520"/>
            <a:ext cx="1526177" cy="452323"/>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300" b="1">
                <a:solidFill>
                  <a:srgbClr val="14213D"/>
                </a:solidFill>
                <a:effectLst/>
                <a:latin typeface="Calibri" panose="020F0502020204030204" pitchFamily="34" charset="0"/>
              </a:rPr>
              <a:t>6 NOV</a:t>
            </a:r>
          </a:p>
          <a:p>
            <a:pPr algn="ctr">
              <a:buNone/>
            </a:pPr>
            <a:r>
              <a:rPr lang="en-US" sz="100">
                <a:effectLst/>
              </a:rPr>
              <a:t> </a:t>
            </a:r>
            <a:endParaRPr lang="en-US"/>
          </a:p>
        </p:txBody>
      </p:sp>
      <p:sp>
        <p:nvSpPr>
          <p:cNvPr id="11935" name="msDot0">
            <a:extLst>
              <a:ext uri="{FF2B5EF4-FFF2-40B4-BE49-F238E27FC236}">
                <a16:creationId xmlns:a16="http://schemas.microsoft.com/office/drawing/2014/main" id="{60390FDC-56FE-8E26-AF4C-2BB11D2202E5}"/>
              </a:ext>
            </a:extLst>
          </p:cNvPr>
          <p:cNvSpPr/>
          <p:nvPr/>
        </p:nvSpPr>
        <p:spPr>
          <a:xfrm>
            <a:off x="1288868" y="2377440"/>
            <a:ext cx="182880" cy="182880"/>
          </a:xfrm>
          <a:prstGeom prst="ellipse">
            <a:avLst/>
          </a:prstGeom>
          <a:solidFill>
            <a:srgbClr val="14213D"/>
          </a:solidFill>
          <a:ln w="3175">
            <a:solidFill>
              <a:srgbClr val="14213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031" name="msText0">
            <a:extLst>
              <a:ext uri="{FF2B5EF4-FFF2-40B4-BE49-F238E27FC236}">
                <a16:creationId xmlns:a16="http://schemas.microsoft.com/office/drawing/2014/main" id="{6DD24353-7820-71AC-8B88-1FB68A4A6DC9}"/>
              </a:ext>
            </a:extLst>
          </p:cNvPr>
          <p:cNvSpPr/>
          <p:nvPr/>
        </p:nvSpPr>
        <p:spPr>
          <a:xfrm>
            <a:off x="617220" y="2651760"/>
            <a:ext cx="1526177" cy="9067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300">
                <a:solidFill>
                  <a:srgbClr val="2B2F36"/>
                </a:solidFill>
                <a:effectLst/>
                <a:latin typeface="Calibri" panose="020F0502020204030204" pitchFamily="34" charset="0"/>
              </a:rPr>
              <a:t>Indicative proposal sent</a:t>
            </a:r>
          </a:p>
          <a:p>
            <a:pPr algn="ctr">
              <a:buNone/>
            </a:pPr>
            <a:r>
              <a:rPr lang="en-US" sz="100">
                <a:effectLst/>
              </a:rPr>
              <a:t> </a:t>
            </a:r>
            <a:endParaRPr lang="en-US"/>
          </a:p>
        </p:txBody>
      </p:sp>
      <p:sp>
        <p:nvSpPr>
          <p:cNvPr id="12128" name="msDate1">
            <a:extLst>
              <a:ext uri="{FF2B5EF4-FFF2-40B4-BE49-F238E27FC236}">
                <a16:creationId xmlns:a16="http://schemas.microsoft.com/office/drawing/2014/main" id="{B35F1C8B-8AEE-185D-D474-E87C046077F1}"/>
              </a:ext>
            </a:extLst>
          </p:cNvPr>
          <p:cNvSpPr/>
          <p:nvPr/>
        </p:nvSpPr>
        <p:spPr>
          <a:xfrm>
            <a:off x="2189117" y="1874520"/>
            <a:ext cx="1526177" cy="452323"/>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300" b="1">
                <a:solidFill>
                  <a:srgbClr val="14213D"/>
                </a:solidFill>
                <a:effectLst/>
                <a:latin typeface="Calibri" panose="020F0502020204030204" pitchFamily="34" charset="0"/>
              </a:rPr>
              <a:t>11 NOV</a:t>
            </a:r>
          </a:p>
          <a:p>
            <a:pPr algn="ctr">
              <a:buNone/>
            </a:pPr>
            <a:r>
              <a:rPr lang="en-US" sz="100">
                <a:effectLst/>
              </a:rPr>
              <a:t> </a:t>
            </a:r>
            <a:endParaRPr lang="en-US"/>
          </a:p>
        </p:txBody>
      </p:sp>
      <p:sp>
        <p:nvSpPr>
          <p:cNvPr id="12226" name="msDot1">
            <a:extLst>
              <a:ext uri="{FF2B5EF4-FFF2-40B4-BE49-F238E27FC236}">
                <a16:creationId xmlns:a16="http://schemas.microsoft.com/office/drawing/2014/main" id="{60A8BD72-0F4F-4878-F476-6CE5AF90B739}"/>
              </a:ext>
            </a:extLst>
          </p:cNvPr>
          <p:cNvSpPr/>
          <p:nvPr/>
        </p:nvSpPr>
        <p:spPr>
          <a:xfrm>
            <a:off x="2860765" y="2377440"/>
            <a:ext cx="182880" cy="182880"/>
          </a:xfrm>
          <a:prstGeom prst="ellipse">
            <a:avLst/>
          </a:prstGeom>
          <a:solidFill>
            <a:srgbClr val="14213D"/>
          </a:solidFill>
          <a:ln w="3175">
            <a:solidFill>
              <a:srgbClr val="14213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325" name="msText1">
            <a:extLst>
              <a:ext uri="{FF2B5EF4-FFF2-40B4-BE49-F238E27FC236}">
                <a16:creationId xmlns:a16="http://schemas.microsoft.com/office/drawing/2014/main" id="{0E22E87B-B1E7-C160-3F4E-B1B94816FAD4}"/>
              </a:ext>
            </a:extLst>
          </p:cNvPr>
          <p:cNvSpPr/>
          <p:nvPr/>
        </p:nvSpPr>
        <p:spPr>
          <a:xfrm>
            <a:off x="2189117" y="2651760"/>
            <a:ext cx="1526177" cy="9067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300">
                <a:solidFill>
                  <a:srgbClr val="2B2F36"/>
                </a:solidFill>
                <a:effectLst/>
                <a:latin typeface="Calibri" panose="020F0502020204030204" pitchFamily="34" charset="0"/>
              </a:rPr>
              <a:t>UBO confirmation due</a:t>
            </a:r>
          </a:p>
          <a:p>
            <a:pPr algn="ctr">
              <a:buNone/>
            </a:pPr>
            <a:r>
              <a:rPr lang="en-US" sz="100">
                <a:effectLst/>
              </a:rPr>
              <a:t> </a:t>
            </a:r>
            <a:endParaRPr lang="en-US"/>
          </a:p>
        </p:txBody>
      </p:sp>
      <p:sp>
        <p:nvSpPr>
          <p:cNvPr id="12425" name="msDate2">
            <a:extLst>
              <a:ext uri="{FF2B5EF4-FFF2-40B4-BE49-F238E27FC236}">
                <a16:creationId xmlns:a16="http://schemas.microsoft.com/office/drawing/2014/main" id="{FF936AD9-BA5B-CB16-3147-87EABFDC56F2}"/>
              </a:ext>
            </a:extLst>
          </p:cNvPr>
          <p:cNvSpPr/>
          <p:nvPr/>
        </p:nvSpPr>
        <p:spPr>
          <a:xfrm>
            <a:off x="3761014" y="1874520"/>
            <a:ext cx="1526177" cy="452323"/>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300" b="1">
                <a:solidFill>
                  <a:srgbClr val="A6192E"/>
                </a:solidFill>
                <a:effectLst/>
                <a:latin typeface="Calibri" panose="020F0502020204030204" pitchFamily="34" charset="0"/>
              </a:rPr>
              <a:t>12 NOV</a:t>
            </a:r>
          </a:p>
          <a:p>
            <a:pPr algn="ctr">
              <a:buNone/>
            </a:pPr>
            <a:r>
              <a:rPr lang="en-US" sz="100">
                <a:effectLst/>
              </a:rPr>
              <a:t> </a:t>
            </a:r>
            <a:endParaRPr lang="en-US"/>
          </a:p>
        </p:txBody>
      </p:sp>
      <p:sp>
        <p:nvSpPr>
          <p:cNvPr id="12526" name="msDot2">
            <a:extLst>
              <a:ext uri="{FF2B5EF4-FFF2-40B4-BE49-F238E27FC236}">
                <a16:creationId xmlns:a16="http://schemas.microsoft.com/office/drawing/2014/main" id="{508A46ED-0189-3BE3-1DC0-1B26070F4BDC}"/>
              </a:ext>
            </a:extLst>
          </p:cNvPr>
          <p:cNvSpPr/>
          <p:nvPr/>
        </p:nvSpPr>
        <p:spPr>
          <a:xfrm>
            <a:off x="4386942" y="2331720"/>
            <a:ext cx="274320" cy="274320"/>
          </a:xfrm>
          <a:prstGeom prst="ellipse">
            <a:avLst/>
          </a:prstGeom>
          <a:solidFill>
            <a:srgbClr val="A6192E"/>
          </a:solidFill>
          <a:ln w="3175">
            <a:solidFill>
              <a:srgbClr val="A6192E"/>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628" name="msText2">
            <a:extLst>
              <a:ext uri="{FF2B5EF4-FFF2-40B4-BE49-F238E27FC236}">
                <a16:creationId xmlns:a16="http://schemas.microsoft.com/office/drawing/2014/main" id="{7F6532F0-DE27-8F9F-C958-0E53A25694BE}"/>
              </a:ext>
            </a:extLst>
          </p:cNvPr>
          <p:cNvSpPr/>
          <p:nvPr/>
        </p:nvSpPr>
        <p:spPr>
          <a:xfrm>
            <a:off x="3761014" y="2651760"/>
            <a:ext cx="1526177" cy="9067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300" b="1">
                <a:solidFill>
                  <a:srgbClr val="A6192E"/>
                </a:solidFill>
                <a:effectLst/>
                <a:latin typeface="Calibri" panose="020F0502020204030204" pitchFamily="34" charset="0"/>
              </a:rPr>
              <a:t>ExCo decision today</a:t>
            </a:r>
            <a:endParaRPr lang="en-US"/>
          </a:p>
        </p:txBody>
      </p:sp>
      <p:sp>
        <p:nvSpPr>
          <p:cNvPr id="12731" name="msDate3">
            <a:extLst>
              <a:ext uri="{FF2B5EF4-FFF2-40B4-BE49-F238E27FC236}">
                <a16:creationId xmlns:a16="http://schemas.microsoft.com/office/drawing/2014/main" id="{74831C48-7F43-B942-C297-7C9C48DDF88B}"/>
              </a:ext>
            </a:extLst>
          </p:cNvPr>
          <p:cNvSpPr/>
          <p:nvPr/>
        </p:nvSpPr>
        <p:spPr>
          <a:xfrm>
            <a:off x="5332911" y="1874520"/>
            <a:ext cx="1526177" cy="452323"/>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300" b="1">
                <a:solidFill>
                  <a:srgbClr val="14213D"/>
                </a:solidFill>
                <a:effectLst/>
                <a:latin typeface="Calibri" panose="020F0502020204030204" pitchFamily="34" charset="0"/>
              </a:rPr>
              <a:t>13 NOV</a:t>
            </a:r>
          </a:p>
          <a:p>
            <a:pPr algn="ctr">
              <a:buNone/>
            </a:pPr>
            <a:r>
              <a:rPr lang="en-US" sz="100">
                <a:effectLst/>
              </a:rPr>
              <a:t> </a:t>
            </a:r>
            <a:endParaRPr lang="en-US"/>
          </a:p>
        </p:txBody>
      </p:sp>
      <p:sp>
        <p:nvSpPr>
          <p:cNvPr id="12835" name="msDot3">
            <a:extLst>
              <a:ext uri="{FF2B5EF4-FFF2-40B4-BE49-F238E27FC236}">
                <a16:creationId xmlns:a16="http://schemas.microsoft.com/office/drawing/2014/main" id="{BA8C9DBE-2431-B066-AC2E-60E65FC49C14}"/>
              </a:ext>
            </a:extLst>
          </p:cNvPr>
          <p:cNvSpPr/>
          <p:nvPr/>
        </p:nvSpPr>
        <p:spPr>
          <a:xfrm>
            <a:off x="6004559" y="2377440"/>
            <a:ext cx="182880" cy="182880"/>
          </a:xfrm>
          <a:prstGeom prst="ellipse">
            <a:avLst/>
          </a:prstGeom>
          <a:solidFill>
            <a:srgbClr val="14213D"/>
          </a:solidFill>
          <a:ln w="3175">
            <a:solidFill>
              <a:srgbClr val="14213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940" name="msText3">
            <a:extLst>
              <a:ext uri="{FF2B5EF4-FFF2-40B4-BE49-F238E27FC236}">
                <a16:creationId xmlns:a16="http://schemas.microsoft.com/office/drawing/2014/main" id="{86CF6A58-7073-DD20-C1D0-33AB0FE082B8}"/>
              </a:ext>
            </a:extLst>
          </p:cNvPr>
          <p:cNvSpPr/>
          <p:nvPr/>
        </p:nvSpPr>
        <p:spPr>
          <a:xfrm>
            <a:off x="5332911" y="2651760"/>
            <a:ext cx="1526177" cy="9067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300">
                <a:solidFill>
                  <a:srgbClr val="2B2F36"/>
                </a:solidFill>
                <a:effectLst/>
                <a:latin typeface="Calibri" panose="020F0502020204030204" pitchFamily="34" charset="0"/>
              </a:rPr>
              <a:t>ESG report; note to Tokyo</a:t>
            </a:r>
            <a:endParaRPr lang="en-US"/>
          </a:p>
        </p:txBody>
      </p:sp>
      <p:sp>
        <p:nvSpPr>
          <p:cNvPr id="13046" name="msDate4">
            <a:extLst>
              <a:ext uri="{FF2B5EF4-FFF2-40B4-BE49-F238E27FC236}">
                <a16:creationId xmlns:a16="http://schemas.microsoft.com/office/drawing/2014/main" id="{389429E1-A845-5CE3-B173-C9071A3FC946}"/>
              </a:ext>
            </a:extLst>
          </p:cNvPr>
          <p:cNvSpPr/>
          <p:nvPr/>
        </p:nvSpPr>
        <p:spPr>
          <a:xfrm>
            <a:off x="6904808" y="1874520"/>
            <a:ext cx="1526177" cy="452323"/>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300" b="1">
                <a:solidFill>
                  <a:srgbClr val="14213D"/>
                </a:solidFill>
                <a:effectLst/>
                <a:latin typeface="Calibri" panose="020F0502020204030204" pitchFamily="34" charset="0"/>
              </a:rPr>
              <a:t>30 NOV</a:t>
            </a:r>
          </a:p>
          <a:p>
            <a:pPr algn="ctr">
              <a:buNone/>
            </a:pPr>
            <a:r>
              <a:rPr lang="en-US" sz="100">
                <a:effectLst/>
              </a:rPr>
              <a:t> </a:t>
            </a:r>
            <a:endParaRPr lang="en-US"/>
          </a:p>
        </p:txBody>
      </p:sp>
      <p:sp>
        <p:nvSpPr>
          <p:cNvPr id="13153" name="msDot4">
            <a:extLst>
              <a:ext uri="{FF2B5EF4-FFF2-40B4-BE49-F238E27FC236}">
                <a16:creationId xmlns:a16="http://schemas.microsoft.com/office/drawing/2014/main" id="{8AA04733-A9DB-3A1B-6D36-71D74F7DC400}"/>
              </a:ext>
            </a:extLst>
          </p:cNvPr>
          <p:cNvSpPr/>
          <p:nvPr/>
        </p:nvSpPr>
        <p:spPr>
          <a:xfrm>
            <a:off x="7576456" y="2377440"/>
            <a:ext cx="182880" cy="182880"/>
          </a:xfrm>
          <a:prstGeom prst="ellipse">
            <a:avLst/>
          </a:prstGeom>
          <a:solidFill>
            <a:srgbClr val="14213D"/>
          </a:solidFill>
          <a:ln w="3175">
            <a:solidFill>
              <a:srgbClr val="14213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261" name="msText4">
            <a:extLst>
              <a:ext uri="{FF2B5EF4-FFF2-40B4-BE49-F238E27FC236}">
                <a16:creationId xmlns:a16="http://schemas.microsoft.com/office/drawing/2014/main" id="{559D5520-75D5-518D-5F30-E13890C9DC28}"/>
              </a:ext>
            </a:extLst>
          </p:cNvPr>
          <p:cNvSpPr/>
          <p:nvPr/>
        </p:nvSpPr>
        <p:spPr>
          <a:xfrm>
            <a:off x="6904808" y="2651760"/>
            <a:ext cx="1526177" cy="9067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300">
                <a:solidFill>
                  <a:srgbClr val="2B2F36"/>
                </a:solidFill>
                <a:effectLst/>
                <a:latin typeface="Calibri" panose="020F0502020204030204" pitchFamily="34" charset="0"/>
              </a:rPr>
              <a:t>Closing funds-flow plan</a:t>
            </a:r>
          </a:p>
          <a:p>
            <a:pPr algn="ctr">
              <a:buNone/>
            </a:pPr>
            <a:r>
              <a:rPr lang="en-US" sz="100">
                <a:effectLst/>
              </a:rPr>
              <a:t> </a:t>
            </a:r>
            <a:endParaRPr lang="en-US"/>
          </a:p>
        </p:txBody>
      </p:sp>
      <p:sp>
        <p:nvSpPr>
          <p:cNvPr id="13370" name="msDate5">
            <a:extLst>
              <a:ext uri="{FF2B5EF4-FFF2-40B4-BE49-F238E27FC236}">
                <a16:creationId xmlns:a16="http://schemas.microsoft.com/office/drawing/2014/main" id="{58A5F36B-5859-0A1B-8C3B-89ADE255904E}"/>
              </a:ext>
            </a:extLst>
          </p:cNvPr>
          <p:cNvSpPr/>
          <p:nvPr/>
        </p:nvSpPr>
        <p:spPr>
          <a:xfrm>
            <a:off x="8476705" y="1874520"/>
            <a:ext cx="1526177" cy="452323"/>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300" b="1">
                <a:solidFill>
                  <a:srgbClr val="14213D"/>
                </a:solidFill>
                <a:effectLst/>
                <a:latin typeface="Calibri" panose="020F0502020204030204" pitchFamily="34" charset="0"/>
              </a:rPr>
              <a:t>MID-DEC</a:t>
            </a:r>
          </a:p>
          <a:p>
            <a:pPr algn="ctr">
              <a:buNone/>
            </a:pPr>
            <a:r>
              <a:rPr lang="en-US" sz="100">
                <a:effectLst/>
              </a:rPr>
              <a:t> </a:t>
            </a:r>
            <a:endParaRPr lang="en-US"/>
          </a:p>
        </p:txBody>
      </p:sp>
      <p:sp>
        <p:nvSpPr>
          <p:cNvPr id="13480" name="msDot5">
            <a:extLst>
              <a:ext uri="{FF2B5EF4-FFF2-40B4-BE49-F238E27FC236}">
                <a16:creationId xmlns:a16="http://schemas.microsoft.com/office/drawing/2014/main" id="{3E1CBC07-2760-B258-C5FB-07B97EAAFA15}"/>
              </a:ext>
            </a:extLst>
          </p:cNvPr>
          <p:cNvSpPr/>
          <p:nvPr/>
        </p:nvSpPr>
        <p:spPr>
          <a:xfrm>
            <a:off x="9148353" y="2377440"/>
            <a:ext cx="182880" cy="182880"/>
          </a:xfrm>
          <a:prstGeom prst="ellipse">
            <a:avLst/>
          </a:prstGeom>
          <a:solidFill>
            <a:srgbClr val="14213D"/>
          </a:solidFill>
          <a:ln w="3175">
            <a:solidFill>
              <a:srgbClr val="14213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591" name="msText5">
            <a:extLst>
              <a:ext uri="{FF2B5EF4-FFF2-40B4-BE49-F238E27FC236}">
                <a16:creationId xmlns:a16="http://schemas.microsoft.com/office/drawing/2014/main" id="{0845EB39-C144-3192-EDE9-45D395E551AF}"/>
              </a:ext>
            </a:extLst>
          </p:cNvPr>
          <p:cNvSpPr/>
          <p:nvPr/>
        </p:nvSpPr>
        <p:spPr>
          <a:xfrm>
            <a:off x="8476705" y="2651760"/>
            <a:ext cx="1526177" cy="9067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300">
                <a:solidFill>
                  <a:srgbClr val="2B2F36"/>
                </a:solidFill>
                <a:effectLst/>
                <a:latin typeface="Calibri" panose="020F0502020204030204" pitchFamily="34" charset="0"/>
              </a:rPr>
              <a:t>Target signing; early date open</a:t>
            </a:r>
            <a:endParaRPr lang="en-US"/>
          </a:p>
        </p:txBody>
      </p:sp>
      <p:sp>
        <p:nvSpPr>
          <p:cNvPr id="13703" name="msDate6">
            <a:extLst>
              <a:ext uri="{FF2B5EF4-FFF2-40B4-BE49-F238E27FC236}">
                <a16:creationId xmlns:a16="http://schemas.microsoft.com/office/drawing/2014/main" id="{8A7EAA04-CC27-B1A4-9B7B-201300F0EF04}"/>
              </a:ext>
            </a:extLst>
          </p:cNvPr>
          <p:cNvSpPr/>
          <p:nvPr/>
        </p:nvSpPr>
        <p:spPr>
          <a:xfrm>
            <a:off x="10048602" y="1874520"/>
            <a:ext cx="1526177" cy="452323"/>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300" b="1">
                <a:solidFill>
                  <a:srgbClr val="14213D"/>
                </a:solidFill>
                <a:effectLst/>
                <a:latin typeface="Calibri" panose="020F0502020204030204" pitchFamily="34" charset="0"/>
              </a:rPr>
              <a:t>Q1 2027</a:t>
            </a:r>
          </a:p>
          <a:p>
            <a:pPr algn="ctr">
              <a:buNone/>
            </a:pPr>
            <a:r>
              <a:rPr lang="en-US" sz="100">
                <a:effectLst/>
              </a:rPr>
              <a:t> </a:t>
            </a:r>
            <a:endParaRPr lang="en-US"/>
          </a:p>
        </p:txBody>
      </p:sp>
      <p:sp>
        <p:nvSpPr>
          <p:cNvPr id="13816" name="msDot6">
            <a:extLst>
              <a:ext uri="{FF2B5EF4-FFF2-40B4-BE49-F238E27FC236}">
                <a16:creationId xmlns:a16="http://schemas.microsoft.com/office/drawing/2014/main" id="{98499738-D0FD-F9FA-D55B-4E066BF9AC9B}"/>
              </a:ext>
            </a:extLst>
          </p:cNvPr>
          <p:cNvSpPr/>
          <p:nvPr/>
        </p:nvSpPr>
        <p:spPr>
          <a:xfrm>
            <a:off x="10720250" y="2377440"/>
            <a:ext cx="182880" cy="182880"/>
          </a:xfrm>
          <a:prstGeom prst="ellipse">
            <a:avLst/>
          </a:prstGeom>
          <a:solidFill>
            <a:srgbClr val="14213D"/>
          </a:solidFill>
          <a:ln w="3175">
            <a:solidFill>
              <a:srgbClr val="14213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930" name="msText6">
            <a:extLst>
              <a:ext uri="{FF2B5EF4-FFF2-40B4-BE49-F238E27FC236}">
                <a16:creationId xmlns:a16="http://schemas.microsoft.com/office/drawing/2014/main" id="{6C6DF8C1-A13F-3954-55A2-F3D795FDC997}"/>
              </a:ext>
            </a:extLst>
          </p:cNvPr>
          <p:cNvSpPr/>
          <p:nvPr/>
        </p:nvSpPr>
        <p:spPr>
          <a:xfrm>
            <a:off x="10048602" y="2651760"/>
            <a:ext cx="1526177" cy="9067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300">
                <a:solidFill>
                  <a:srgbClr val="2B2F36"/>
                </a:solidFill>
                <a:effectLst/>
                <a:latin typeface="Calibri" panose="020F0502020204030204" pitchFamily="34" charset="0"/>
              </a:rPr>
              <a:t>Closing, subject to merger control</a:t>
            </a:r>
          </a:p>
          <a:p>
            <a:pPr algn="ctr">
              <a:buNone/>
            </a:pPr>
            <a:r>
              <a:rPr lang="en-US" sz="100">
                <a:effectLst/>
              </a:rPr>
              <a:t> </a:t>
            </a:r>
            <a:endParaRPr lang="en-US"/>
          </a:p>
        </p:txBody>
      </p:sp>
      <p:sp>
        <p:nvSpPr>
          <p:cNvPr id="14045" name="actEyebrow">
            <a:extLst>
              <a:ext uri="{FF2B5EF4-FFF2-40B4-BE49-F238E27FC236}">
                <a16:creationId xmlns:a16="http://schemas.microsoft.com/office/drawing/2014/main" id="{FF00C570-834D-57CA-9817-3D4267368F8A}"/>
              </a:ext>
            </a:extLst>
          </p:cNvPr>
          <p:cNvSpPr/>
          <p:nvPr/>
        </p:nvSpPr>
        <p:spPr>
          <a:xfrm>
            <a:off x="502920" y="3886200"/>
            <a:ext cx="1118616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4213D"/>
                </a:solidFill>
                <a:effectLst/>
                <a:latin typeface="Calibri" panose="020F0502020204030204" pitchFamily="34" charset="0"/>
              </a:rPr>
              <a:t>IMMEDIATE ACTIONS</a:t>
            </a:r>
          </a:p>
          <a:p>
            <a:pPr algn="l">
              <a:buNone/>
            </a:pPr>
            <a:r>
              <a:rPr lang="en-US" sz="100">
                <a:effectLst/>
              </a:rPr>
              <a:t> </a:t>
            </a:r>
            <a:endParaRPr lang="en-US"/>
          </a:p>
        </p:txBody>
      </p:sp>
      <p:sp>
        <p:nvSpPr>
          <p:cNvPr id="14161" name="hAct">
            <a:extLst>
              <a:ext uri="{FF2B5EF4-FFF2-40B4-BE49-F238E27FC236}">
                <a16:creationId xmlns:a16="http://schemas.microsoft.com/office/drawing/2014/main" id="{9D621DD9-9198-8B79-FCBC-9FD8315E8D86}"/>
              </a:ext>
            </a:extLst>
          </p:cNvPr>
          <p:cNvSpPr/>
          <p:nvPr/>
        </p:nvSpPr>
        <p:spPr>
          <a:xfrm>
            <a:off x="502920" y="4251960"/>
            <a:ext cx="6126480" cy="3429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5F6672"/>
                </a:solidFill>
                <a:effectLst/>
                <a:latin typeface="Calibri" panose="020F0502020204030204" pitchFamily="34" charset="0"/>
              </a:rPr>
              <a:t>Action</a:t>
            </a:r>
          </a:p>
          <a:p>
            <a:pPr algn="l">
              <a:buNone/>
            </a:pPr>
            <a:r>
              <a:rPr lang="en-US" sz="100">
                <a:effectLst/>
              </a:rPr>
              <a:t> </a:t>
            </a:r>
            <a:endParaRPr lang="en-US"/>
          </a:p>
        </p:txBody>
      </p:sp>
      <p:sp>
        <p:nvSpPr>
          <p:cNvPr id="14278" name="hOwn">
            <a:extLst>
              <a:ext uri="{FF2B5EF4-FFF2-40B4-BE49-F238E27FC236}">
                <a16:creationId xmlns:a16="http://schemas.microsoft.com/office/drawing/2014/main" id="{C9A61322-4429-23E7-5716-CBE11C84659F}"/>
              </a:ext>
            </a:extLst>
          </p:cNvPr>
          <p:cNvSpPr/>
          <p:nvPr/>
        </p:nvSpPr>
        <p:spPr>
          <a:xfrm>
            <a:off x="6629400" y="4251960"/>
            <a:ext cx="3108960" cy="3429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5F6672"/>
                </a:solidFill>
                <a:effectLst/>
                <a:latin typeface="Calibri" panose="020F0502020204030204" pitchFamily="34" charset="0"/>
              </a:rPr>
              <a:t>Owner</a:t>
            </a:r>
          </a:p>
          <a:p>
            <a:pPr algn="l">
              <a:buNone/>
            </a:pPr>
            <a:r>
              <a:rPr lang="en-US" sz="100">
                <a:effectLst/>
              </a:rPr>
              <a:t> </a:t>
            </a:r>
            <a:endParaRPr lang="en-US"/>
          </a:p>
        </p:txBody>
      </p:sp>
      <p:sp>
        <p:nvSpPr>
          <p:cNvPr id="14396" name="hDue">
            <a:extLst>
              <a:ext uri="{FF2B5EF4-FFF2-40B4-BE49-F238E27FC236}">
                <a16:creationId xmlns:a16="http://schemas.microsoft.com/office/drawing/2014/main" id="{8830E1A6-4023-104F-DBBA-ADDA6537BC2F}"/>
              </a:ext>
            </a:extLst>
          </p:cNvPr>
          <p:cNvSpPr/>
          <p:nvPr/>
        </p:nvSpPr>
        <p:spPr>
          <a:xfrm>
            <a:off x="9738360" y="4251960"/>
            <a:ext cx="1950720" cy="3429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5F6672"/>
                </a:solidFill>
                <a:effectLst/>
                <a:latin typeface="Calibri" panose="020F0502020204030204" pitchFamily="34" charset="0"/>
              </a:rPr>
              <a:t>Due</a:t>
            </a:r>
          </a:p>
          <a:p>
            <a:pPr algn="l">
              <a:buNone/>
            </a:pPr>
            <a:r>
              <a:rPr lang="en-US" sz="100">
                <a:effectLst/>
              </a:rPr>
              <a:t> </a:t>
            </a:r>
            <a:endParaRPr lang="en-US"/>
          </a:p>
        </p:txBody>
      </p:sp>
      <p:sp>
        <p:nvSpPr>
          <p:cNvPr id="14515" name="actRow0">
            <a:extLst>
              <a:ext uri="{FF2B5EF4-FFF2-40B4-BE49-F238E27FC236}">
                <a16:creationId xmlns:a16="http://schemas.microsoft.com/office/drawing/2014/main" id="{8BEB7313-2B03-C7BF-5718-A149CFC06327}"/>
              </a:ext>
            </a:extLst>
          </p:cNvPr>
          <p:cNvSpPr/>
          <p:nvPr/>
        </p:nvSpPr>
        <p:spPr>
          <a:xfrm>
            <a:off x="594360" y="4594860"/>
            <a:ext cx="11003280" cy="320040"/>
          </a:xfrm>
          <a:prstGeom prst="rect">
            <a:avLst/>
          </a:prstGeom>
          <a:solidFill>
            <a:srgbClr val="EDF0F5"/>
          </a:solidFill>
          <a:ln w="12700">
            <a:solidFill>
              <a:srgbClr val="EDF0F5">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635" name="act0">
            <a:extLst>
              <a:ext uri="{FF2B5EF4-FFF2-40B4-BE49-F238E27FC236}">
                <a16:creationId xmlns:a16="http://schemas.microsoft.com/office/drawing/2014/main" id="{587534E8-470B-6A7B-7987-48F82F907A7A}"/>
              </a:ext>
            </a:extLst>
          </p:cNvPr>
          <p:cNvSpPr/>
          <p:nvPr/>
        </p:nvSpPr>
        <p:spPr>
          <a:xfrm>
            <a:off x="594360" y="4602480"/>
            <a:ext cx="6035040" cy="3581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B2F36"/>
                </a:solidFill>
                <a:effectLst/>
                <a:latin typeface="Calibri" panose="020F0502020204030204" pitchFamily="34" charset="0"/>
              </a:rPr>
              <a:t>Status note to Tokyo Head Office after the ExCo</a:t>
            </a:r>
          </a:p>
          <a:p>
            <a:pPr algn="l">
              <a:buNone/>
            </a:pPr>
            <a:r>
              <a:rPr lang="en-US" sz="100">
                <a:effectLst/>
              </a:rPr>
              <a:t> </a:t>
            </a:r>
            <a:endParaRPr lang="en-US"/>
          </a:p>
        </p:txBody>
      </p:sp>
      <p:sp>
        <p:nvSpPr>
          <p:cNvPr id="14756" name="own0">
            <a:extLst>
              <a:ext uri="{FF2B5EF4-FFF2-40B4-BE49-F238E27FC236}">
                <a16:creationId xmlns:a16="http://schemas.microsoft.com/office/drawing/2014/main" id="{1179C30B-2568-DAE5-B81A-BD32C7E3E3E3}"/>
              </a:ext>
            </a:extLst>
          </p:cNvPr>
          <p:cNvSpPr/>
          <p:nvPr/>
        </p:nvSpPr>
        <p:spPr>
          <a:xfrm>
            <a:off x="6629400" y="4602480"/>
            <a:ext cx="3108960" cy="3581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B2F36"/>
                </a:solidFill>
                <a:effectLst/>
                <a:latin typeface="Calibri" panose="020F0502020204030204" pitchFamily="34" charset="0"/>
              </a:rPr>
              <a:t>Haruka Sato / Olivia Grant</a:t>
            </a:r>
          </a:p>
          <a:p>
            <a:pPr algn="l">
              <a:buNone/>
            </a:pPr>
            <a:r>
              <a:rPr lang="en-US" sz="100">
                <a:effectLst/>
              </a:rPr>
              <a:t> </a:t>
            </a:r>
            <a:endParaRPr lang="en-US"/>
          </a:p>
        </p:txBody>
      </p:sp>
      <p:sp>
        <p:nvSpPr>
          <p:cNvPr id="14878" name="due0">
            <a:extLst>
              <a:ext uri="{FF2B5EF4-FFF2-40B4-BE49-F238E27FC236}">
                <a16:creationId xmlns:a16="http://schemas.microsoft.com/office/drawing/2014/main" id="{20122B2C-F8EE-C17A-9E1F-EB3CDC16B9AA}"/>
              </a:ext>
            </a:extLst>
          </p:cNvPr>
          <p:cNvSpPr/>
          <p:nvPr/>
        </p:nvSpPr>
        <p:spPr>
          <a:xfrm>
            <a:off x="9738360" y="4602480"/>
            <a:ext cx="1859280" cy="3581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B2F36"/>
                </a:solidFill>
                <a:effectLst/>
                <a:latin typeface="Calibri" panose="020F0502020204030204" pitchFamily="34" charset="0"/>
              </a:rPr>
              <a:t>Fri 13 Nov</a:t>
            </a:r>
          </a:p>
          <a:p>
            <a:pPr algn="l">
              <a:buNone/>
            </a:pPr>
            <a:r>
              <a:rPr lang="en-US" sz="100">
                <a:effectLst/>
              </a:rPr>
              <a:t> </a:t>
            </a:r>
            <a:endParaRPr lang="en-US"/>
          </a:p>
        </p:txBody>
      </p:sp>
      <p:sp>
        <p:nvSpPr>
          <p:cNvPr id="15001" name="actRow1">
            <a:extLst>
              <a:ext uri="{FF2B5EF4-FFF2-40B4-BE49-F238E27FC236}">
                <a16:creationId xmlns:a16="http://schemas.microsoft.com/office/drawing/2014/main" id="{04E8180B-AF08-2FF8-B300-EAD785B32437}"/>
              </a:ext>
            </a:extLst>
          </p:cNvPr>
          <p:cNvSpPr/>
          <p:nvPr/>
        </p:nvSpPr>
        <p:spPr>
          <a:xfrm>
            <a:off x="594360" y="4960620"/>
            <a:ext cx="11003280" cy="320040"/>
          </a:xfrm>
          <a:prstGeom prst="rect">
            <a:avLst/>
          </a:prstGeom>
          <a:solidFill>
            <a:srgbClr val="F6F7F9"/>
          </a:solidFill>
          <a:ln w="12700">
            <a:solidFill>
              <a:srgbClr val="F6F7F9">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125" name="act1">
            <a:extLst>
              <a:ext uri="{FF2B5EF4-FFF2-40B4-BE49-F238E27FC236}">
                <a16:creationId xmlns:a16="http://schemas.microsoft.com/office/drawing/2014/main" id="{3756D148-A70C-923A-A7CE-331BF3B84BFF}"/>
              </a:ext>
            </a:extLst>
          </p:cNvPr>
          <p:cNvSpPr/>
          <p:nvPr/>
        </p:nvSpPr>
        <p:spPr>
          <a:xfrm>
            <a:off x="594360" y="4968240"/>
            <a:ext cx="6035040" cy="3581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B2F36"/>
                </a:solidFill>
                <a:effectLst/>
                <a:latin typeface="Calibri" panose="020F0502020204030204" pitchFamily="34" charset="0"/>
              </a:rPr>
              <a:t>Confirm hedging appetite and pricing (Global Markets)</a:t>
            </a:r>
          </a:p>
          <a:p>
            <a:pPr algn="l">
              <a:buNone/>
            </a:pPr>
            <a:r>
              <a:rPr lang="en-US" sz="100">
                <a:effectLst/>
              </a:rPr>
              <a:t> </a:t>
            </a:r>
            <a:endParaRPr lang="en-US"/>
          </a:p>
        </p:txBody>
      </p:sp>
      <p:sp>
        <p:nvSpPr>
          <p:cNvPr id="15250" name="own1">
            <a:extLst>
              <a:ext uri="{FF2B5EF4-FFF2-40B4-BE49-F238E27FC236}">
                <a16:creationId xmlns:a16="http://schemas.microsoft.com/office/drawing/2014/main" id="{9F0F9C1E-BB08-F6FC-97AC-A1922CE435C7}"/>
              </a:ext>
            </a:extLst>
          </p:cNvPr>
          <p:cNvSpPr/>
          <p:nvPr/>
        </p:nvSpPr>
        <p:spPr>
          <a:xfrm>
            <a:off x="6629400" y="4968240"/>
            <a:ext cx="3108960" cy="3581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B2F36"/>
                </a:solidFill>
                <a:effectLst/>
                <a:latin typeface="Calibri" panose="020F0502020204030204" pitchFamily="34" charset="0"/>
              </a:rPr>
              <a:t>Owner to be confirmed</a:t>
            </a:r>
          </a:p>
          <a:p>
            <a:pPr algn="l">
              <a:buNone/>
            </a:pPr>
            <a:r>
              <a:rPr lang="en-US" sz="100">
                <a:effectLst/>
              </a:rPr>
              <a:t> </a:t>
            </a:r>
            <a:endParaRPr lang="en-US"/>
          </a:p>
        </p:txBody>
      </p:sp>
      <p:sp>
        <p:nvSpPr>
          <p:cNvPr id="15376" name="due1">
            <a:extLst>
              <a:ext uri="{FF2B5EF4-FFF2-40B4-BE49-F238E27FC236}">
                <a16:creationId xmlns:a16="http://schemas.microsoft.com/office/drawing/2014/main" id="{A56E7D3B-E1E5-359B-F30B-AF217500E493}"/>
              </a:ext>
            </a:extLst>
          </p:cNvPr>
          <p:cNvSpPr/>
          <p:nvPr/>
        </p:nvSpPr>
        <p:spPr>
          <a:xfrm>
            <a:off x="9738360" y="4968240"/>
            <a:ext cx="1859280" cy="3581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B2F36"/>
                </a:solidFill>
                <a:effectLst/>
                <a:latin typeface="Calibri" panose="020F0502020204030204" pitchFamily="34" charset="0"/>
              </a:rPr>
              <a:t>Date to be set</a:t>
            </a:r>
          </a:p>
          <a:p>
            <a:pPr algn="l">
              <a:buNone/>
            </a:pPr>
            <a:r>
              <a:rPr lang="en-US" sz="100">
                <a:effectLst/>
              </a:rPr>
              <a:t> </a:t>
            </a:r>
            <a:endParaRPr lang="en-US"/>
          </a:p>
        </p:txBody>
      </p:sp>
      <p:sp>
        <p:nvSpPr>
          <p:cNvPr id="15503" name="actRow2">
            <a:extLst>
              <a:ext uri="{FF2B5EF4-FFF2-40B4-BE49-F238E27FC236}">
                <a16:creationId xmlns:a16="http://schemas.microsoft.com/office/drawing/2014/main" id="{C77098F7-554C-D49C-CFF1-E1C8F7C4B689}"/>
              </a:ext>
            </a:extLst>
          </p:cNvPr>
          <p:cNvSpPr/>
          <p:nvPr/>
        </p:nvSpPr>
        <p:spPr>
          <a:xfrm>
            <a:off x="594360" y="5326380"/>
            <a:ext cx="11003280" cy="320040"/>
          </a:xfrm>
          <a:prstGeom prst="rect">
            <a:avLst/>
          </a:prstGeom>
          <a:solidFill>
            <a:srgbClr val="EDF0F5"/>
          </a:solidFill>
          <a:ln w="12700">
            <a:solidFill>
              <a:srgbClr val="EDF0F5">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631" name="act2">
            <a:extLst>
              <a:ext uri="{FF2B5EF4-FFF2-40B4-BE49-F238E27FC236}">
                <a16:creationId xmlns:a16="http://schemas.microsoft.com/office/drawing/2014/main" id="{F8E271D5-9106-A42F-5B0D-5DBA62194DA6}"/>
              </a:ext>
            </a:extLst>
          </p:cNvPr>
          <p:cNvSpPr/>
          <p:nvPr/>
        </p:nvSpPr>
        <p:spPr>
          <a:xfrm>
            <a:off x="594360" y="5334000"/>
            <a:ext cx="6035040" cy="3581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B2F36"/>
                </a:solidFill>
                <a:effectLst/>
                <a:latin typeface="Calibri" panose="020F0502020204030204" pitchFamily="34" charset="0"/>
              </a:rPr>
              <a:t>Check co-arranger interest, incl. Woodgrove Bank</a:t>
            </a:r>
          </a:p>
          <a:p>
            <a:pPr algn="l">
              <a:buNone/>
            </a:pPr>
            <a:r>
              <a:rPr lang="en-US" sz="100">
                <a:effectLst/>
              </a:rPr>
              <a:t> </a:t>
            </a:r>
            <a:endParaRPr lang="en-US"/>
          </a:p>
        </p:txBody>
      </p:sp>
      <p:sp>
        <p:nvSpPr>
          <p:cNvPr id="15760" name="own2">
            <a:extLst>
              <a:ext uri="{FF2B5EF4-FFF2-40B4-BE49-F238E27FC236}">
                <a16:creationId xmlns:a16="http://schemas.microsoft.com/office/drawing/2014/main" id="{B73489C6-369A-1F82-7212-2BCCFA55D760}"/>
              </a:ext>
            </a:extLst>
          </p:cNvPr>
          <p:cNvSpPr/>
          <p:nvPr/>
        </p:nvSpPr>
        <p:spPr>
          <a:xfrm>
            <a:off x="6629400" y="5334000"/>
            <a:ext cx="3108960" cy="3581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B2F36"/>
                </a:solidFill>
                <a:effectLst/>
                <a:latin typeface="Calibri" panose="020F0502020204030204" pitchFamily="34" charset="0"/>
              </a:rPr>
              <a:t>Thomas Brennan</a:t>
            </a:r>
          </a:p>
          <a:p>
            <a:pPr algn="l">
              <a:buNone/>
            </a:pPr>
            <a:r>
              <a:rPr lang="en-US" sz="100">
                <a:effectLst/>
              </a:rPr>
              <a:t> </a:t>
            </a:r>
            <a:endParaRPr lang="en-US"/>
          </a:p>
        </p:txBody>
      </p:sp>
      <p:sp>
        <p:nvSpPr>
          <p:cNvPr id="15890" name="due2">
            <a:extLst>
              <a:ext uri="{FF2B5EF4-FFF2-40B4-BE49-F238E27FC236}">
                <a16:creationId xmlns:a16="http://schemas.microsoft.com/office/drawing/2014/main" id="{755A4BE3-F079-74CB-0C83-511395E3626C}"/>
              </a:ext>
            </a:extLst>
          </p:cNvPr>
          <p:cNvSpPr/>
          <p:nvPr/>
        </p:nvSpPr>
        <p:spPr>
          <a:xfrm>
            <a:off x="9738360" y="5334000"/>
            <a:ext cx="1859280" cy="3581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B2F36"/>
                </a:solidFill>
                <a:effectLst/>
                <a:latin typeface="Calibri" panose="020F0502020204030204" pitchFamily="34" charset="0"/>
              </a:rPr>
              <a:t>Date to be set</a:t>
            </a:r>
          </a:p>
          <a:p>
            <a:pPr algn="l">
              <a:buNone/>
            </a:pPr>
            <a:r>
              <a:rPr lang="en-US" sz="100">
                <a:effectLst/>
              </a:rPr>
              <a:t> </a:t>
            </a:r>
            <a:endParaRPr lang="en-US"/>
          </a:p>
        </p:txBody>
      </p:sp>
      <p:sp>
        <p:nvSpPr>
          <p:cNvPr id="16021" name="actRow3">
            <a:extLst>
              <a:ext uri="{FF2B5EF4-FFF2-40B4-BE49-F238E27FC236}">
                <a16:creationId xmlns:a16="http://schemas.microsoft.com/office/drawing/2014/main" id="{2C100D5D-3566-3637-8EE9-77CC098D5EAD}"/>
              </a:ext>
            </a:extLst>
          </p:cNvPr>
          <p:cNvSpPr/>
          <p:nvPr/>
        </p:nvSpPr>
        <p:spPr>
          <a:xfrm>
            <a:off x="594360" y="5692140"/>
            <a:ext cx="11003280" cy="320040"/>
          </a:xfrm>
          <a:prstGeom prst="rect">
            <a:avLst/>
          </a:prstGeom>
          <a:solidFill>
            <a:srgbClr val="F6F7F9"/>
          </a:solidFill>
          <a:ln w="12700">
            <a:solidFill>
              <a:srgbClr val="F6F7F9">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153" name="act3">
            <a:extLst>
              <a:ext uri="{FF2B5EF4-FFF2-40B4-BE49-F238E27FC236}">
                <a16:creationId xmlns:a16="http://schemas.microsoft.com/office/drawing/2014/main" id="{06367A12-2751-F838-7A1A-0C9DC7975AD6}"/>
              </a:ext>
            </a:extLst>
          </p:cNvPr>
          <p:cNvSpPr/>
          <p:nvPr/>
        </p:nvSpPr>
        <p:spPr>
          <a:xfrm>
            <a:off x="594360" y="5699760"/>
            <a:ext cx="6035040" cy="381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B2F36"/>
                </a:solidFill>
                <a:effectLst/>
                <a:latin typeface="Calibri" panose="020F0502020204030204" pitchFamily="34" charset="0"/>
              </a:rPr>
              <a:t>Start UAE account documentation in parallel with KYC</a:t>
            </a:r>
          </a:p>
          <a:p>
            <a:pPr algn="l">
              <a:buNone/>
            </a:pPr>
            <a:r>
              <a:rPr lang="en-US" sz="100">
                <a:effectLst/>
              </a:rPr>
              <a:t> </a:t>
            </a:r>
            <a:endParaRPr lang="en-US"/>
          </a:p>
        </p:txBody>
      </p:sp>
      <p:sp>
        <p:nvSpPr>
          <p:cNvPr id="16286" name="own3">
            <a:extLst>
              <a:ext uri="{FF2B5EF4-FFF2-40B4-BE49-F238E27FC236}">
                <a16:creationId xmlns:a16="http://schemas.microsoft.com/office/drawing/2014/main" id="{FD9BDF77-7BA7-330D-A8B9-CC9C86CA01DD}"/>
              </a:ext>
            </a:extLst>
          </p:cNvPr>
          <p:cNvSpPr/>
          <p:nvPr/>
        </p:nvSpPr>
        <p:spPr>
          <a:xfrm>
            <a:off x="6629400" y="5699760"/>
            <a:ext cx="3108960" cy="381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B2F36"/>
                </a:solidFill>
                <a:effectLst/>
                <a:latin typeface="Calibri" panose="020F0502020204030204" pitchFamily="34" charset="0"/>
              </a:rPr>
              <a:t>Grace Mensah</a:t>
            </a:r>
          </a:p>
          <a:p>
            <a:pPr algn="l">
              <a:buNone/>
            </a:pPr>
            <a:r>
              <a:rPr lang="en-US" sz="100">
                <a:effectLst/>
              </a:rPr>
              <a:t> </a:t>
            </a:r>
            <a:endParaRPr lang="en-US"/>
          </a:p>
        </p:txBody>
      </p:sp>
      <p:sp>
        <p:nvSpPr>
          <p:cNvPr id="16420" name="due3">
            <a:extLst>
              <a:ext uri="{FF2B5EF4-FFF2-40B4-BE49-F238E27FC236}">
                <a16:creationId xmlns:a16="http://schemas.microsoft.com/office/drawing/2014/main" id="{FD92CDA7-4E93-6D4B-442A-7560616DF574}"/>
              </a:ext>
            </a:extLst>
          </p:cNvPr>
          <p:cNvSpPr/>
          <p:nvPr/>
        </p:nvSpPr>
        <p:spPr>
          <a:xfrm>
            <a:off x="9738360" y="5699760"/>
            <a:ext cx="1859280" cy="381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B2F36"/>
                </a:solidFill>
                <a:effectLst/>
                <a:latin typeface="Calibri" panose="020F0502020204030204" pitchFamily="34" charset="0"/>
              </a:rPr>
              <a:t>Now</a:t>
            </a:r>
          </a:p>
          <a:p>
            <a:pPr algn="l">
              <a:buNone/>
            </a:pPr>
            <a:r>
              <a:rPr lang="en-US" sz="100">
                <a:effectLst/>
              </a:rPr>
              <a:t> </a:t>
            </a:r>
            <a:endParaRPr lang="en-US"/>
          </a:p>
        </p:txBody>
      </p:sp>
      <p:sp>
        <p:nvSpPr>
          <p:cNvPr id="16555" name="source11">
            <a:extLst>
              <a:ext uri="{FF2B5EF4-FFF2-40B4-BE49-F238E27FC236}">
                <a16:creationId xmlns:a16="http://schemas.microsoft.com/office/drawing/2014/main" id="{00D2D538-B3BB-63EE-D1F0-302834E63011}"/>
              </a:ext>
            </a:extLst>
          </p:cNvPr>
          <p:cNvSpPr/>
          <p:nvPr/>
        </p:nvSpPr>
        <p:spPr>
          <a:xfrm>
            <a:off x="502920" y="6080760"/>
            <a:ext cx="1118616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F6672"/>
                </a:solidFill>
                <a:effectLst/>
                <a:latin typeface="Calibri" panose="020F0502020204030204" pitchFamily="34" charset="0"/>
              </a:rPr>
              <a:t>Source: Executive Briefing – Project Meridian (Final); Credit and Compliance Review minutes, 27 October 2026</a:t>
            </a:r>
          </a:p>
          <a:p>
            <a:pPr algn="l">
              <a:buNone/>
            </a:pPr>
            <a:r>
              <a:rPr lang="en-US" sz="100">
                <a:effectLst/>
              </a:rPr>
              <a:t> </a:t>
            </a:r>
            <a:endParaRPr lang="en-US"/>
          </a:p>
        </p:txBody>
      </p:sp>
    </p:spTree>
    <p:extLst>
      <p:ext uri="{BB962C8B-B14F-4D97-AF65-F5344CB8AC3E}">
        <p14:creationId xmlns:p14="http://schemas.microsoft.com/office/powerpoint/2010/main" val="12718569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9fbde396-1a24-4c79-8edf-9254a0f35055}"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12</Slides>
  <Notes>12</Notes>
  <HiddenSlides>0</HiddenSlide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revision>1</cp:revision>
  <dcterms:created xsi:type="dcterms:W3CDTF">2026-10-03T13:23:38Z</dcterms:created>
  <dcterms:modified xsi:type="dcterms:W3CDTF">2026-10-03T14:28:03Z</dcterms:modified>
  <cp:category/>
</cp:coreProperties>
</file>

<file path=docProps/custom.xml><?xml version="1.0" encoding="utf-8"?>
<Properties xmlns="http://schemas.openxmlformats.org/officeDocument/2006/custom-properties" xmlns:vt="http://schemas.openxmlformats.org/officeDocument/2006/docPropsVTypes"/>
</file>